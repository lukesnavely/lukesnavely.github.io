
<file path=[Content_Types].xml><?xml version="1.0" encoding="utf-8"?>
<Types xmlns="http://schemas.openxmlformats.org/package/2006/content-types">
  <Default Extension="fntdata" ContentType="application/x-fontdata"/>
  <Default Extension="m4a" ContentType="audi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3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4.xml" ContentType="application/vnd.openxmlformats-officedocument.theme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theme/theme5.xml" ContentType="application/vnd.openxmlformats-officedocument.theme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theme/theme6.xml" ContentType="application/vnd.openxmlformats-officedocument.theme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theme/theme7.xml" ContentType="application/vnd.openxmlformats-officedocument.theme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theme/theme8.xml" ContentType="application/vnd.openxmlformats-officedocument.theme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theme/theme9.xml" ContentType="application/vnd.openxmlformats-officedocument.theme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47" r:id="rId1"/>
    <p:sldMasterId id="2147483948" r:id="rId2"/>
    <p:sldMasterId id="2147483949" r:id="rId3"/>
    <p:sldMasterId id="2147483950" r:id="rId4"/>
    <p:sldMasterId id="2147483951" r:id="rId5"/>
    <p:sldMasterId id="2147483952" r:id="rId6"/>
    <p:sldMasterId id="2147483953" r:id="rId7"/>
    <p:sldMasterId id="2147483954" r:id="rId8"/>
    <p:sldMasterId id="2147483955" r:id="rId9"/>
    <p:sldMasterId id="2147483956" r:id="rId10"/>
  </p:sldMasterIdLst>
  <p:notesMasterIdLst>
    <p:notesMasterId r:id="rId28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9144000" cy="5143500" type="screen16x9"/>
  <p:notesSz cx="6858000" cy="9144000"/>
  <p:embeddedFontLst>
    <p:embeddedFont>
      <p:font typeface="Asap" panose="020B0604020202020204" charset="0"/>
      <p:regular r:id="rId29"/>
      <p:bold r:id="rId30"/>
      <p:italic r:id="rId31"/>
      <p:boldItalic r:id="rId32"/>
    </p:embeddedFont>
    <p:embeddedFont>
      <p:font typeface="Bebas Neue" panose="020B0606020202050201" pitchFamily="34" charset="0"/>
      <p:regular r:id="rId33"/>
    </p:embeddedFont>
    <p:embeddedFont>
      <p:font typeface="Libre Franklin" pitchFamily="2" charset="0"/>
      <p:regular r:id="rId34"/>
      <p:bold r:id="rId35"/>
      <p:italic r:id="rId36"/>
      <p:boldItalic r:id="rId37"/>
    </p:embeddedFont>
    <p:embeddedFont>
      <p:font typeface="Palanquin" panose="020B0004020203020204" pitchFamily="34" charset="0"/>
      <p:regular r:id="rId38"/>
      <p:bold r:id="rId39"/>
    </p:embeddedFont>
    <p:embeddedFont>
      <p:font typeface="Roboto Condensed Light" panose="02000000000000000000" pitchFamily="2" charset="0"/>
      <p:regular r:id="rId40"/>
      <p: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3DCFA9-F812-4F2A-99AC-3FCCEA31FA0C}" v="47" dt="2024-10-28T03:52:19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19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font" Target="fonts/font11.fntdata"/><Relationship Id="rId21" Type="http://schemas.openxmlformats.org/officeDocument/2006/relationships/slide" Target="slides/slide11.xml"/><Relationship Id="rId34" Type="http://schemas.openxmlformats.org/officeDocument/2006/relationships/font" Target="fonts/font6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font" Target="fonts/font3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0.xml"/><Relationship Id="rId41" Type="http://schemas.openxmlformats.org/officeDocument/2006/relationships/font" Target="fonts/font1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Gehr" userId="64643d5769a518c7" providerId="LiveId" clId="{3F3DCFA9-F812-4F2A-99AC-3FCCEA31FA0C}"/>
    <pc:docChg chg="undo custSel addSld delSld modSld">
      <pc:chgData name="Adam Gehr" userId="64643d5769a518c7" providerId="LiveId" clId="{3F3DCFA9-F812-4F2A-99AC-3FCCEA31FA0C}" dt="2024-10-28T03:57:59.421" v="575" actId="1076"/>
      <pc:docMkLst>
        <pc:docMk/>
      </pc:docMkLst>
      <pc:sldChg chg="addSp delSp modSp mod modTransition delAnim modAnim">
        <pc:chgData name="Adam Gehr" userId="64643d5769a518c7" providerId="LiveId" clId="{3F3DCFA9-F812-4F2A-99AC-3FCCEA31FA0C}" dt="2024-10-28T03:07:29.251" v="38"/>
        <pc:sldMkLst>
          <pc:docMk/>
          <pc:sldMk cId="0" sldId="256"/>
        </pc:sldMkLst>
        <pc:picChg chg="add del mod">
          <ac:chgData name="Adam Gehr" userId="64643d5769a518c7" providerId="LiveId" clId="{3F3DCFA9-F812-4F2A-99AC-3FCCEA31FA0C}" dt="2024-10-28T03:03:12.056" v="19"/>
          <ac:picMkLst>
            <pc:docMk/>
            <pc:sldMk cId="0" sldId="256"/>
            <ac:picMk id="7" creationId="{BFCE64B0-0E1A-115C-0FAB-D56EAE00246F}"/>
          </ac:picMkLst>
        </pc:picChg>
        <pc:picChg chg="add del mod ord">
          <ac:chgData name="Adam Gehr" userId="64643d5769a518c7" providerId="LiveId" clId="{3F3DCFA9-F812-4F2A-99AC-3FCCEA31FA0C}" dt="2024-10-28T03:03:31.650" v="20"/>
          <ac:picMkLst>
            <pc:docMk/>
            <pc:sldMk cId="0" sldId="256"/>
            <ac:picMk id="12" creationId="{972CF821-DE1E-2D46-06C6-BFEF3664191A}"/>
          </ac:picMkLst>
        </pc:picChg>
        <pc:picChg chg="add del mod">
          <ac:chgData name="Adam Gehr" userId="64643d5769a518c7" providerId="LiveId" clId="{3F3DCFA9-F812-4F2A-99AC-3FCCEA31FA0C}" dt="2024-10-28T03:03:52.332" v="21" actId="478"/>
          <ac:picMkLst>
            <pc:docMk/>
            <pc:sldMk cId="0" sldId="256"/>
            <ac:picMk id="13" creationId="{06D6A693-274B-66EA-8C46-C6CA7217CF3B}"/>
          </ac:picMkLst>
        </pc:picChg>
        <pc:picChg chg="add del mod">
          <ac:chgData name="Adam Gehr" userId="64643d5769a518c7" providerId="LiveId" clId="{3F3DCFA9-F812-4F2A-99AC-3FCCEA31FA0C}" dt="2024-10-28T03:04:56.864" v="24"/>
          <ac:picMkLst>
            <pc:docMk/>
            <pc:sldMk cId="0" sldId="256"/>
            <ac:picMk id="20" creationId="{B7517EDF-69CA-7A37-400E-C6C080815B8E}"/>
          </ac:picMkLst>
        </pc:picChg>
        <pc:picChg chg="add del mod">
          <ac:chgData name="Adam Gehr" userId="64643d5769a518c7" providerId="LiveId" clId="{3F3DCFA9-F812-4F2A-99AC-3FCCEA31FA0C}" dt="2024-10-28T03:06:05.550" v="25" actId="478"/>
          <ac:picMkLst>
            <pc:docMk/>
            <pc:sldMk cId="0" sldId="256"/>
            <ac:picMk id="21" creationId="{B68E1C09-E6ED-4C09-B436-BC4B2FF0729B}"/>
          </ac:picMkLst>
        </pc:picChg>
        <pc:picChg chg="add del mod">
          <ac:chgData name="Adam Gehr" userId="64643d5769a518c7" providerId="LiveId" clId="{3F3DCFA9-F812-4F2A-99AC-3FCCEA31FA0C}" dt="2024-10-28T03:06:25.635" v="28"/>
          <ac:picMkLst>
            <pc:docMk/>
            <pc:sldMk cId="0" sldId="256"/>
            <ac:picMk id="27" creationId="{3B19FE7D-C12E-C59B-0AB6-35E468577CA6}"/>
          </ac:picMkLst>
        </pc:picChg>
        <pc:picChg chg="add del mod">
          <ac:chgData name="Adam Gehr" userId="64643d5769a518c7" providerId="LiveId" clId="{3F3DCFA9-F812-4F2A-99AC-3FCCEA31FA0C}" dt="2024-10-28T03:06:41.823" v="31"/>
          <ac:picMkLst>
            <pc:docMk/>
            <pc:sldMk cId="0" sldId="256"/>
            <ac:picMk id="30" creationId="{59A17DFA-AD60-88BF-6734-21799FBD164F}"/>
          </ac:picMkLst>
        </pc:picChg>
        <pc:picChg chg="add del mod">
          <ac:chgData name="Adam Gehr" userId="64643d5769a518c7" providerId="LiveId" clId="{3F3DCFA9-F812-4F2A-99AC-3FCCEA31FA0C}" dt="2024-10-28T03:06:54.321" v="34"/>
          <ac:picMkLst>
            <pc:docMk/>
            <pc:sldMk cId="0" sldId="256"/>
            <ac:picMk id="34" creationId="{52CA25DB-F5D5-8C6B-7983-69A9C34AAB48}"/>
          </ac:picMkLst>
        </pc:picChg>
        <pc:picChg chg="add del mod">
          <ac:chgData name="Adam Gehr" userId="64643d5769a518c7" providerId="LiveId" clId="{3F3DCFA9-F812-4F2A-99AC-3FCCEA31FA0C}" dt="2024-10-28T03:07:00.570" v="35" actId="478"/>
          <ac:picMkLst>
            <pc:docMk/>
            <pc:sldMk cId="0" sldId="256"/>
            <ac:picMk id="35" creationId="{83A11CBE-EC6C-8A9F-51FB-38ADF81A80D9}"/>
          </ac:picMkLst>
        </pc:picChg>
        <pc:picChg chg="add del mod">
          <ac:chgData name="Adam Gehr" userId="64643d5769a518c7" providerId="LiveId" clId="{3F3DCFA9-F812-4F2A-99AC-3FCCEA31FA0C}" dt="2024-10-28T03:07:29.251" v="38"/>
          <ac:picMkLst>
            <pc:docMk/>
            <pc:sldMk cId="0" sldId="256"/>
            <ac:picMk id="40" creationId="{FB2C5EE2-10CB-DE02-F8C1-67ADE9C6C6C3}"/>
          </ac:picMkLst>
        </pc:picChg>
      </pc:sldChg>
      <pc:sldChg chg="addSp delSp modSp mod modTransition modAnim">
        <pc:chgData name="Adam Gehr" userId="64643d5769a518c7" providerId="LiveId" clId="{3F3DCFA9-F812-4F2A-99AC-3FCCEA31FA0C}" dt="2024-10-28T03:09:06.634" v="41"/>
        <pc:sldMkLst>
          <pc:docMk/>
          <pc:sldMk cId="0" sldId="257"/>
        </pc:sldMkLst>
        <pc:picChg chg="add del mod">
          <ac:chgData name="Adam Gehr" userId="64643d5769a518c7" providerId="LiveId" clId="{3F3DCFA9-F812-4F2A-99AC-3FCCEA31FA0C}" dt="2024-10-28T03:09:06.634" v="41"/>
          <ac:picMkLst>
            <pc:docMk/>
            <pc:sldMk cId="0" sldId="257"/>
            <ac:picMk id="19" creationId="{E7C5E0CB-5F9B-E937-BBAB-AE1146E80071}"/>
          </ac:picMkLst>
        </pc:picChg>
      </pc:sldChg>
      <pc:sldChg chg="modSp mod modAnim">
        <pc:chgData name="Adam Gehr" userId="64643d5769a518c7" providerId="LiveId" clId="{3F3DCFA9-F812-4F2A-99AC-3FCCEA31FA0C}" dt="2024-10-27T23:05:47.196" v="6" actId="1076"/>
        <pc:sldMkLst>
          <pc:docMk/>
          <pc:sldMk cId="0" sldId="258"/>
        </pc:sldMkLst>
        <pc:picChg chg="mod">
          <ac:chgData name="Adam Gehr" userId="64643d5769a518c7" providerId="LiveId" clId="{3F3DCFA9-F812-4F2A-99AC-3FCCEA31FA0C}" dt="2024-10-27T23:05:47.196" v="6" actId="1076"/>
          <ac:picMkLst>
            <pc:docMk/>
            <pc:sldMk cId="0" sldId="258"/>
            <ac:picMk id="2" creationId="{742F36C0-EAC5-07DC-B1AD-C7EF6F73AC44}"/>
          </ac:picMkLst>
        </pc:picChg>
      </pc:sldChg>
      <pc:sldChg chg="modAnim">
        <pc:chgData name="Adam Gehr" userId="64643d5769a518c7" providerId="LiveId" clId="{3F3DCFA9-F812-4F2A-99AC-3FCCEA31FA0C}" dt="2024-10-27T23:05:57.162" v="8"/>
        <pc:sldMkLst>
          <pc:docMk/>
          <pc:sldMk cId="0" sldId="259"/>
        </pc:sldMkLst>
      </pc:sldChg>
      <pc:sldChg chg="modSp mod modAnim">
        <pc:chgData name="Adam Gehr" userId="64643d5769a518c7" providerId="LiveId" clId="{3F3DCFA9-F812-4F2A-99AC-3FCCEA31FA0C}" dt="2024-10-27T23:06:32.964" v="11" actId="1076"/>
        <pc:sldMkLst>
          <pc:docMk/>
          <pc:sldMk cId="0" sldId="260"/>
        </pc:sldMkLst>
        <pc:picChg chg="mod">
          <ac:chgData name="Adam Gehr" userId="64643d5769a518c7" providerId="LiveId" clId="{3F3DCFA9-F812-4F2A-99AC-3FCCEA31FA0C}" dt="2024-10-27T23:06:32.964" v="11" actId="1076"/>
          <ac:picMkLst>
            <pc:docMk/>
            <pc:sldMk cId="0" sldId="260"/>
            <ac:picMk id="2" creationId="{C665EDA8-EC52-6E7C-1650-8B2C5A268883}"/>
          </ac:picMkLst>
        </pc:picChg>
      </pc:sldChg>
      <pc:sldChg chg="addSp delSp modSp mod modTransition">
        <pc:chgData name="Adam Gehr" userId="64643d5769a518c7" providerId="LiveId" clId="{3F3DCFA9-F812-4F2A-99AC-3FCCEA31FA0C}" dt="2024-10-28T03:16:14.932" v="44"/>
        <pc:sldMkLst>
          <pc:docMk/>
          <pc:sldMk cId="0" sldId="264"/>
        </pc:sldMkLst>
        <pc:picChg chg="add del mod">
          <ac:chgData name="Adam Gehr" userId="64643d5769a518c7" providerId="LiveId" clId="{3F3DCFA9-F812-4F2A-99AC-3FCCEA31FA0C}" dt="2024-10-28T03:16:14.932" v="44"/>
          <ac:picMkLst>
            <pc:docMk/>
            <pc:sldMk cId="0" sldId="264"/>
            <ac:picMk id="9" creationId="{69ECC5A2-CAA2-84F2-92A5-69E2935FD97A}"/>
          </ac:picMkLst>
        </pc:picChg>
      </pc:sldChg>
      <pc:sldChg chg="modSp mod">
        <pc:chgData name="Adam Gehr" userId="64643d5769a518c7" providerId="LiveId" clId="{3F3DCFA9-F812-4F2A-99AC-3FCCEA31FA0C}" dt="2024-10-28T00:10:40.466" v="14" actId="1076"/>
        <pc:sldMkLst>
          <pc:docMk/>
          <pc:sldMk cId="0" sldId="265"/>
        </pc:sldMkLst>
        <pc:picChg chg="mod">
          <ac:chgData name="Adam Gehr" userId="64643d5769a518c7" providerId="LiveId" clId="{3F3DCFA9-F812-4F2A-99AC-3FCCEA31FA0C}" dt="2024-10-28T00:10:40.466" v="14" actId="1076"/>
          <ac:picMkLst>
            <pc:docMk/>
            <pc:sldMk cId="0" sldId="265"/>
            <ac:picMk id="2" creationId="{10EA2746-4D4F-9371-023E-46EC99CA61CA}"/>
          </ac:picMkLst>
        </pc:picChg>
      </pc:sldChg>
      <pc:sldChg chg="modAnim">
        <pc:chgData name="Adam Gehr" userId="64643d5769a518c7" providerId="LiveId" clId="{3F3DCFA9-F812-4F2A-99AC-3FCCEA31FA0C}" dt="2024-10-27T23:06:49.843" v="13"/>
        <pc:sldMkLst>
          <pc:docMk/>
          <pc:sldMk cId="0" sldId="271"/>
        </pc:sldMkLst>
      </pc:sldChg>
      <pc:sldChg chg="addSp delSp modSp add mod delAnim">
        <pc:chgData name="Adam Gehr" userId="64643d5769a518c7" providerId="LiveId" clId="{3F3DCFA9-F812-4F2A-99AC-3FCCEA31FA0C}" dt="2024-10-28T03:57:59.421" v="575" actId="1076"/>
        <pc:sldMkLst>
          <pc:docMk/>
          <pc:sldMk cId="73100588" sldId="272"/>
        </pc:sldMkLst>
        <pc:spChg chg="add del mod">
          <ac:chgData name="Adam Gehr" userId="64643d5769a518c7" providerId="LiveId" clId="{3F3DCFA9-F812-4F2A-99AC-3FCCEA31FA0C}" dt="2024-10-28T03:42:36.158" v="48" actId="478"/>
          <ac:spMkLst>
            <pc:docMk/>
            <pc:sldMk cId="73100588" sldId="272"/>
            <ac:spMk id="4" creationId="{F3A87D71-75F9-E065-84A7-6BBA0FF564F2}"/>
          </ac:spMkLst>
        </pc:spChg>
        <pc:spChg chg="add del mod">
          <ac:chgData name="Adam Gehr" userId="64643d5769a518c7" providerId="LiveId" clId="{3F3DCFA9-F812-4F2A-99AC-3FCCEA31FA0C}" dt="2024-10-28T03:42:36.158" v="48" actId="478"/>
          <ac:spMkLst>
            <pc:docMk/>
            <pc:sldMk cId="73100588" sldId="272"/>
            <ac:spMk id="6" creationId="{697A80E7-AFEC-24FD-5A0D-5211E2E83C8D}"/>
          </ac:spMkLst>
        </pc:spChg>
        <pc:spChg chg="add del mod">
          <ac:chgData name="Adam Gehr" userId="64643d5769a518c7" providerId="LiveId" clId="{3F3DCFA9-F812-4F2A-99AC-3FCCEA31FA0C}" dt="2024-10-28T03:42:36.158" v="48" actId="478"/>
          <ac:spMkLst>
            <pc:docMk/>
            <pc:sldMk cId="73100588" sldId="272"/>
            <ac:spMk id="8" creationId="{0AEAEC6E-7DCF-3DE9-4A39-4C103982F92D}"/>
          </ac:spMkLst>
        </pc:spChg>
        <pc:spChg chg="add del mod">
          <ac:chgData name="Adam Gehr" userId="64643d5769a518c7" providerId="LiveId" clId="{3F3DCFA9-F812-4F2A-99AC-3FCCEA31FA0C}" dt="2024-10-28T03:42:36.158" v="48" actId="478"/>
          <ac:spMkLst>
            <pc:docMk/>
            <pc:sldMk cId="73100588" sldId="272"/>
            <ac:spMk id="10" creationId="{94F86513-4BB9-D02E-2584-897E3FBF8B46}"/>
          </ac:spMkLst>
        </pc:spChg>
        <pc:spChg chg="add del mod">
          <ac:chgData name="Adam Gehr" userId="64643d5769a518c7" providerId="LiveId" clId="{3F3DCFA9-F812-4F2A-99AC-3FCCEA31FA0C}" dt="2024-10-28T03:42:36.158" v="48" actId="478"/>
          <ac:spMkLst>
            <pc:docMk/>
            <pc:sldMk cId="73100588" sldId="272"/>
            <ac:spMk id="12" creationId="{14620941-F7EF-8BC8-F351-8AA3CC4BC3BC}"/>
          </ac:spMkLst>
        </pc:spChg>
        <pc:spChg chg="add del mod">
          <ac:chgData name="Adam Gehr" userId="64643d5769a518c7" providerId="LiveId" clId="{3F3DCFA9-F812-4F2A-99AC-3FCCEA31FA0C}" dt="2024-10-28T03:42:36.158" v="48" actId="478"/>
          <ac:spMkLst>
            <pc:docMk/>
            <pc:sldMk cId="73100588" sldId="272"/>
            <ac:spMk id="14" creationId="{A08F7C33-CE02-511D-CB44-256C9AF4E84E}"/>
          </ac:spMkLst>
        </pc:spChg>
        <pc:spChg chg="add del mod">
          <ac:chgData name="Adam Gehr" userId="64643d5769a518c7" providerId="LiveId" clId="{3F3DCFA9-F812-4F2A-99AC-3FCCEA31FA0C}" dt="2024-10-28T03:42:36.158" v="48" actId="478"/>
          <ac:spMkLst>
            <pc:docMk/>
            <pc:sldMk cId="73100588" sldId="272"/>
            <ac:spMk id="16" creationId="{E6212C85-4727-247D-3782-76F169A5AFF0}"/>
          </ac:spMkLst>
        </pc:spChg>
        <pc:spChg chg="add del mod">
          <ac:chgData name="Adam Gehr" userId="64643d5769a518c7" providerId="LiveId" clId="{3F3DCFA9-F812-4F2A-99AC-3FCCEA31FA0C}" dt="2024-10-28T03:42:36.158" v="48" actId="478"/>
          <ac:spMkLst>
            <pc:docMk/>
            <pc:sldMk cId="73100588" sldId="272"/>
            <ac:spMk id="18" creationId="{F7353057-B4AE-5671-AD6D-4A01640CDA7D}"/>
          </ac:spMkLst>
        </pc:spChg>
        <pc:spChg chg="add del mod">
          <ac:chgData name="Adam Gehr" userId="64643d5769a518c7" providerId="LiveId" clId="{3F3DCFA9-F812-4F2A-99AC-3FCCEA31FA0C}" dt="2024-10-28T03:42:36.158" v="48" actId="478"/>
          <ac:spMkLst>
            <pc:docMk/>
            <pc:sldMk cId="73100588" sldId="272"/>
            <ac:spMk id="20" creationId="{3372E4BD-24A2-1AFE-2BB1-D7E05BC657C6}"/>
          </ac:spMkLst>
        </pc:spChg>
        <pc:spChg chg="add del mod">
          <ac:chgData name="Adam Gehr" userId="64643d5769a518c7" providerId="LiveId" clId="{3F3DCFA9-F812-4F2A-99AC-3FCCEA31FA0C}" dt="2024-10-28T03:42:42.651" v="50" actId="478"/>
          <ac:spMkLst>
            <pc:docMk/>
            <pc:sldMk cId="73100588" sldId="272"/>
            <ac:spMk id="22" creationId="{8A3F63CB-BA85-EBB2-1003-1326C47C6C8A}"/>
          </ac:spMkLst>
        </pc:spChg>
        <pc:spChg chg="add del mod">
          <ac:chgData name="Adam Gehr" userId="64643d5769a518c7" providerId="LiveId" clId="{3F3DCFA9-F812-4F2A-99AC-3FCCEA31FA0C}" dt="2024-10-28T03:42:42.651" v="50" actId="478"/>
          <ac:spMkLst>
            <pc:docMk/>
            <pc:sldMk cId="73100588" sldId="272"/>
            <ac:spMk id="24" creationId="{4B0D5188-E25B-FA39-4FB5-C2E9D79F361D}"/>
          </ac:spMkLst>
        </pc:spChg>
        <pc:spChg chg="add del mod">
          <ac:chgData name="Adam Gehr" userId="64643d5769a518c7" providerId="LiveId" clId="{3F3DCFA9-F812-4F2A-99AC-3FCCEA31FA0C}" dt="2024-10-28T03:42:42.651" v="50" actId="478"/>
          <ac:spMkLst>
            <pc:docMk/>
            <pc:sldMk cId="73100588" sldId="272"/>
            <ac:spMk id="26" creationId="{E4B673FE-A7DB-FD56-B756-1FA06BF36700}"/>
          </ac:spMkLst>
        </pc:spChg>
        <pc:spChg chg="add del mod">
          <ac:chgData name="Adam Gehr" userId="64643d5769a518c7" providerId="LiveId" clId="{3F3DCFA9-F812-4F2A-99AC-3FCCEA31FA0C}" dt="2024-10-28T03:52:11.357" v="171" actId="478"/>
          <ac:spMkLst>
            <pc:docMk/>
            <pc:sldMk cId="73100588" sldId="272"/>
            <ac:spMk id="27" creationId="{B1CC6A23-5E11-123D-591B-EEF4A707EF74}"/>
          </ac:spMkLst>
        </pc:spChg>
        <pc:spChg chg="add mod">
          <ac:chgData name="Adam Gehr" userId="64643d5769a518c7" providerId="LiveId" clId="{3F3DCFA9-F812-4F2A-99AC-3FCCEA31FA0C}" dt="2024-10-28T03:57:59.421" v="575" actId="1076"/>
          <ac:spMkLst>
            <pc:docMk/>
            <pc:sldMk cId="73100588" sldId="272"/>
            <ac:spMk id="28" creationId="{892E5DA5-D179-94C7-2C7B-010E92C7546C}"/>
          </ac:spMkLst>
        </pc:spChg>
        <pc:spChg chg="del">
          <ac:chgData name="Adam Gehr" userId="64643d5769a518c7" providerId="LiveId" clId="{3F3DCFA9-F812-4F2A-99AC-3FCCEA31FA0C}" dt="2024-10-28T03:42:31.684" v="47" actId="478"/>
          <ac:spMkLst>
            <pc:docMk/>
            <pc:sldMk cId="73100588" sldId="272"/>
            <ac:spMk id="5784" creationId="{B6EB63FF-EEE4-6B15-7637-2D4CCDCA4429}"/>
          </ac:spMkLst>
        </pc:spChg>
        <pc:spChg chg="del">
          <ac:chgData name="Adam Gehr" userId="64643d5769a518c7" providerId="LiveId" clId="{3F3DCFA9-F812-4F2A-99AC-3FCCEA31FA0C}" dt="2024-10-28T03:42:31.684" v="47" actId="478"/>
          <ac:spMkLst>
            <pc:docMk/>
            <pc:sldMk cId="73100588" sldId="272"/>
            <ac:spMk id="5785" creationId="{C2656448-D8B9-A957-8EB1-38655F9AAA5C}"/>
          </ac:spMkLst>
        </pc:spChg>
        <pc:spChg chg="del">
          <ac:chgData name="Adam Gehr" userId="64643d5769a518c7" providerId="LiveId" clId="{3F3DCFA9-F812-4F2A-99AC-3FCCEA31FA0C}" dt="2024-10-28T03:42:31.684" v="47" actId="478"/>
          <ac:spMkLst>
            <pc:docMk/>
            <pc:sldMk cId="73100588" sldId="272"/>
            <ac:spMk id="5786" creationId="{EE2653EF-B224-EA3D-4E20-7B246204E70D}"/>
          </ac:spMkLst>
        </pc:spChg>
        <pc:spChg chg="del">
          <ac:chgData name="Adam Gehr" userId="64643d5769a518c7" providerId="LiveId" clId="{3F3DCFA9-F812-4F2A-99AC-3FCCEA31FA0C}" dt="2024-10-28T03:42:31.684" v="47" actId="478"/>
          <ac:spMkLst>
            <pc:docMk/>
            <pc:sldMk cId="73100588" sldId="272"/>
            <ac:spMk id="5787" creationId="{7969D27E-73B6-66B2-5E24-4058076598EA}"/>
          </ac:spMkLst>
        </pc:spChg>
        <pc:spChg chg="del">
          <ac:chgData name="Adam Gehr" userId="64643d5769a518c7" providerId="LiveId" clId="{3F3DCFA9-F812-4F2A-99AC-3FCCEA31FA0C}" dt="2024-10-28T03:42:39.595" v="49" actId="478"/>
          <ac:spMkLst>
            <pc:docMk/>
            <pc:sldMk cId="73100588" sldId="272"/>
            <ac:spMk id="5788" creationId="{508A94EC-0CC7-116C-3DA7-46511CCEE1C3}"/>
          </ac:spMkLst>
        </pc:spChg>
        <pc:spChg chg="del">
          <ac:chgData name="Adam Gehr" userId="64643d5769a518c7" providerId="LiveId" clId="{3F3DCFA9-F812-4F2A-99AC-3FCCEA31FA0C}" dt="2024-10-28T03:42:31.684" v="47" actId="478"/>
          <ac:spMkLst>
            <pc:docMk/>
            <pc:sldMk cId="73100588" sldId="272"/>
            <ac:spMk id="5789" creationId="{EE6CD110-6DD1-B42F-847F-30E79E6DF569}"/>
          </ac:spMkLst>
        </pc:spChg>
        <pc:spChg chg="del">
          <ac:chgData name="Adam Gehr" userId="64643d5769a518c7" providerId="LiveId" clId="{3F3DCFA9-F812-4F2A-99AC-3FCCEA31FA0C}" dt="2024-10-28T03:42:31.684" v="47" actId="478"/>
          <ac:spMkLst>
            <pc:docMk/>
            <pc:sldMk cId="73100588" sldId="272"/>
            <ac:spMk id="5790" creationId="{1AB2F2EF-1FCB-95C0-429D-DA6BE93C5C85}"/>
          </ac:spMkLst>
        </pc:spChg>
        <pc:spChg chg="del">
          <ac:chgData name="Adam Gehr" userId="64643d5769a518c7" providerId="LiveId" clId="{3F3DCFA9-F812-4F2A-99AC-3FCCEA31FA0C}" dt="2024-10-28T03:42:31.684" v="47" actId="478"/>
          <ac:spMkLst>
            <pc:docMk/>
            <pc:sldMk cId="73100588" sldId="272"/>
            <ac:spMk id="5791" creationId="{4DE6E40C-DE61-0D50-1C6B-94E8B7CB67D7}"/>
          </ac:spMkLst>
        </pc:spChg>
        <pc:spChg chg="del">
          <ac:chgData name="Adam Gehr" userId="64643d5769a518c7" providerId="LiveId" clId="{3F3DCFA9-F812-4F2A-99AC-3FCCEA31FA0C}" dt="2024-10-28T03:42:39.595" v="49" actId="478"/>
          <ac:spMkLst>
            <pc:docMk/>
            <pc:sldMk cId="73100588" sldId="272"/>
            <ac:spMk id="5792" creationId="{40DEF98A-CAD5-DE1B-0EEE-78EE34893388}"/>
          </ac:spMkLst>
        </pc:spChg>
        <pc:spChg chg="mod">
          <ac:chgData name="Adam Gehr" userId="64643d5769a518c7" providerId="LiveId" clId="{3F3DCFA9-F812-4F2A-99AC-3FCCEA31FA0C}" dt="2024-10-28T03:42:48.119" v="62" actId="20577"/>
          <ac:spMkLst>
            <pc:docMk/>
            <pc:sldMk cId="73100588" sldId="272"/>
            <ac:spMk id="5793" creationId="{70A2708D-ECF4-8180-8E97-17D5248E8D96}"/>
          </ac:spMkLst>
        </pc:spChg>
        <pc:spChg chg="del">
          <ac:chgData name="Adam Gehr" userId="64643d5769a518c7" providerId="LiveId" clId="{3F3DCFA9-F812-4F2A-99AC-3FCCEA31FA0C}" dt="2024-10-28T03:42:31.684" v="47" actId="478"/>
          <ac:spMkLst>
            <pc:docMk/>
            <pc:sldMk cId="73100588" sldId="272"/>
            <ac:spMk id="5794" creationId="{A00682FD-C223-9B09-2578-A24A65EB7C5F}"/>
          </ac:spMkLst>
        </pc:spChg>
        <pc:spChg chg="del">
          <ac:chgData name="Adam Gehr" userId="64643d5769a518c7" providerId="LiveId" clId="{3F3DCFA9-F812-4F2A-99AC-3FCCEA31FA0C}" dt="2024-10-28T03:42:31.684" v="47" actId="478"/>
          <ac:spMkLst>
            <pc:docMk/>
            <pc:sldMk cId="73100588" sldId="272"/>
            <ac:spMk id="5795" creationId="{5A5E08E5-C599-D67C-FFF1-A102BEEB62AB}"/>
          </ac:spMkLst>
        </pc:spChg>
        <pc:spChg chg="del">
          <ac:chgData name="Adam Gehr" userId="64643d5769a518c7" providerId="LiveId" clId="{3F3DCFA9-F812-4F2A-99AC-3FCCEA31FA0C}" dt="2024-10-28T03:42:39.595" v="49" actId="478"/>
          <ac:spMkLst>
            <pc:docMk/>
            <pc:sldMk cId="73100588" sldId="272"/>
            <ac:spMk id="5796" creationId="{FD22B1D1-5DC3-ED81-BF35-7F96786E4A86}"/>
          </ac:spMkLst>
        </pc:spChg>
        <pc:picChg chg="del">
          <ac:chgData name="Adam Gehr" userId="64643d5769a518c7" providerId="LiveId" clId="{3F3DCFA9-F812-4F2A-99AC-3FCCEA31FA0C}" dt="2024-10-28T03:42:28.371" v="46" actId="478"/>
          <ac:picMkLst>
            <pc:docMk/>
            <pc:sldMk cId="73100588" sldId="272"/>
            <ac:picMk id="2" creationId="{B4A9E7CB-D748-6694-DB98-B74A42D68B4C}"/>
          </ac:picMkLst>
        </pc:picChg>
      </pc:sldChg>
      <pc:sldChg chg="add del">
        <pc:chgData name="Adam Gehr" userId="64643d5769a518c7" providerId="LiveId" clId="{3F3DCFA9-F812-4F2A-99AC-3FCCEA31FA0C}" dt="2024-10-28T03:43:34.933" v="69"/>
        <pc:sldMkLst>
          <pc:docMk/>
          <pc:sldMk cId="2667927054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" name="Google Shape;5775;g30da218b3bc_0_6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6" name="Google Shape;5776;g30da218b3bc_0_6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1" name="Google Shape;5781;g30da218b3bc_0_19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2" name="Google Shape;5782;g30da218b3bc_0_19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8" name="Google Shape;5798;g30da218b3bc_0_3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9" name="Google Shape;5799;g30da218b3bc_0_3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4" name="Google Shape;5804;g30da218b3bc_0_4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5" name="Google Shape;5805;g30da218b3bc_0_4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3" name="Google Shape;5823;g30da218b3bc_0_58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4" name="Google Shape;5824;g30da218b3bc_0_58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" name="Google Shape;5838;g30da218b3bc_0_6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9" name="Google Shape;5839;g30da218b3bc_0_6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4" name="Google Shape;5844;g30da218b3bc_0_7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5" name="Google Shape;5845;g30da218b3bc_0_7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2" name="Google Shape;5852;g30da218b3bc_0_8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3" name="Google Shape;5853;g30da218b3bc_0_8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9" name="Google Shape;5859;g30da218b3bc_0_6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0" name="Google Shape;5860;g30da218b3bc_0_6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5" name="Google Shape;5865;g30da218b3bc_0_9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6" name="Google Shape;5866;g30da218b3bc_0_9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1" name="Google Shape;5871;g30da218b3bc_0_6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2" name="Google Shape;5872;g30da218b3bc_0_6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" name="Google Shape;5877;g30dac3ad8e5_0_6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8" name="Google Shape;5878;g30dac3ad8e5_0_6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9" name="Google Shape;5889;g30dac3ad8e5_0_70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0" name="Google Shape;5890;g30dac3ad8e5_0_70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7" name="Google Shape;5897;g30dac3ad8e5_0_70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8" name="Google Shape;5898;g30dac3ad8e5_0_70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4" name="Google Shape;5904;g30e563c375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5" name="Google Shape;5905;g30e563c375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3" name="Google Shape;5913;g30dac3ad8e5_0_39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4" name="Google Shape;5914;g30dac3ad8e5_0_39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0">
          <a:extLst>
            <a:ext uri="{FF2B5EF4-FFF2-40B4-BE49-F238E27FC236}">
              <a16:creationId xmlns:a16="http://schemas.microsoft.com/office/drawing/2014/main" id="{A6EDD6F2-8F9D-FAC6-CE68-237530B9D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1" name="Google Shape;5781;g30da218b3bc_0_1941:notes">
            <a:extLst>
              <a:ext uri="{FF2B5EF4-FFF2-40B4-BE49-F238E27FC236}">
                <a16:creationId xmlns:a16="http://schemas.microsoft.com/office/drawing/2014/main" id="{D3B6E225-5B31-702D-707B-2FD6A4CD3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2" name="Google Shape;5782;g30da218b3bc_0_1941:notes">
            <a:extLst>
              <a:ext uri="{FF2B5EF4-FFF2-40B4-BE49-F238E27FC236}">
                <a16:creationId xmlns:a16="http://schemas.microsoft.com/office/drawing/2014/main" id="{C024BCF0-3AC2-022B-F3CE-CB2B205E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9457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://bit.ly/2TtBDfr" TargetMode="Externa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4.xml"/><Relationship Id="rId4" Type="http://schemas.openxmlformats.org/officeDocument/2006/relationships/hyperlink" Target="http://bit.ly/2TtBDfr" TargetMode="Externa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5.xml"/><Relationship Id="rId4" Type="http://schemas.openxmlformats.org/officeDocument/2006/relationships/hyperlink" Target="http://bit.ly/2TtBDfr" TargetMode="Externa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://bit.ly/2TtBDfr" TargetMode="Externa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7.xml"/><Relationship Id="rId4" Type="http://schemas.openxmlformats.org/officeDocument/2006/relationships/hyperlink" Target="http://bit.ly/2TtBDfr" TargetMode="Externa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8.xml"/><Relationship Id="rId4" Type="http://schemas.openxmlformats.org/officeDocument/2006/relationships/hyperlink" Target="http://bit.ly/2TtBDfr" TargetMode="Externa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://bit.ly/2TtBDfr" TargetMode="Externa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0.xml"/><Relationship Id="rId4" Type="http://schemas.openxmlformats.org/officeDocument/2006/relationships/hyperlink" Target="http://bit.ly/2TtBDfr" TargetMode="Externa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3447100" y="1391250"/>
            <a:ext cx="44331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3447100" y="3647550"/>
            <a:ext cx="4433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7" name="Google Shape;57;p14"/>
          <p:cNvGrpSpPr/>
          <p:nvPr/>
        </p:nvGrpSpPr>
        <p:grpSpPr>
          <a:xfrm>
            <a:off x="-1" y="-164"/>
            <a:ext cx="3115359" cy="5143851"/>
            <a:chOff x="-1" y="-164"/>
            <a:chExt cx="3115359" cy="5143851"/>
          </a:xfrm>
        </p:grpSpPr>
        <p:sp>
          <p:nvSpPr>
            <p:cNvPr id="58" name="Google Shape;58;p14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 rot="-5400000">
              <a:off x="1944090" y="1481907"/>
              <a:ext cx="1175328" cy="1167209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2074225" y="2922963"/>
            <a:ext cx="4995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title" idx="2" hasCustomPrompt="1"/>
          </p:nvPr>
        </p:nvSpPr>
        <p:spPr>
          <a:xfrm>
            <a:off x="2074150" y="1389063"/>
            <a:ext cx="1640700" cy="13626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1" name="Google Shape;81;p15"/>
          <p:cNvSpPr txBox="1">
            <a:spLocks noGrp="1"/>
          </p:cNvSpPr>
          <p:nvPr>
            <p:ph type="subTitle" idx="1"/>
          </p:nvPr>
        </p:nvSpPr>
        <p:spPr>
          <a:xfrm>
            <a:off x="2074225" y="3582888"/>
            <a:ext cx="4995600" cy="5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3" name="Google Shape;83;p15"/>
          <p:cNvGrpSpPr/>
          <p:nvPr/>
        </p:nvGrpSpPr>
        <p:grpSpPr>
          <a:xfrm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84" name="Google Shape;84;p15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" name="Google Shape;94;p15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95" name="Google Shape;95;p15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" name="Google Shape;96;p15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97" name="Google Shape;97;p15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21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720000" y="1117025"/>
            <a:ext cx="72138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5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104" name="Google Shape;104;p16"/>
          <p:cNvGrpSpPr/>
          <p:nvPr/>
        </p:nvGrpSpPr>
        <p:grpSpPr>
          <a:xfrm rot="-5400000" flipH="1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105" name="Google Shape;105;p16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" name="Google Shape;106;p16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107" name="Google Shape;107;p16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6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6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6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1" name="Google Shape;111;p16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subTitle" idx="1"/>
          </p:nvPr>
        </p:nvSpPr>
        <p:spPr>
          <a:xfrm>
            <a:off x="19606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ubTitle" idx="2"/>
          </p:nvPr>
        </p:nvSpPr>
        <p:spPr>
          <a:xfrm>
            <a:off x="52878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subTitle" idx="3"/>
          </p:nvPr>
        </p:nvSpPr>
        <p:spPr>
          <a:xfrm>
            <a:off x="19606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subTitle" idx="4"/>
          </p:nvPr>
        </p:nvSpPr>
        <p:spPr>
          <a:xfrm>
            <a:off x="52878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18" name="Google Shape;118;p17"/>
          <p:cNvGrpSpPr/>
          <p:nvPr/>
        </p:nvGrpSpPr>
        <p:grpSpPr>
          <a:xfrm rot="10800000" flipH="1">
            <a:off x="-5" y="-23"/>
            <a:ext cx="1539456" cy="5143534"/>
            <a:chOff x="7633570" y="-10"/>
            <a:chExt cx="1539456" cy="5143534"/>
          </a:xfrm>
        </p:grpSpPr>
        <p:sp>
          <p:nvSpPr>
            <p:cNvPr id="119" name="Google Shape;119;p17"/>
            <p:cNvSpPr/>
            <p:nvPr/>
          </p:nvSpPr>
          <p:spPr>
            <a:xfrm rot="5400000">
              <a:off x="7553559" y="94230"/>
              <a:ext cx="1713696" cy="152523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 rot="5400000">
              <a:off x="7545807" y="87753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 rot="5400000">
              <a:off x="7546450" y="1802029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 rot="5400000">
              <a:off x="7722635" y="1889788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 rot="5400000">
              <a:off x="7974874" y="2230436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 rot="5400000">
              <a:off x="7633586" y="990721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 rot="5400000">
              <a:off x="8013247" y="3935614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 rot="5400000">
              <a:off x="7974859" y="1373619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7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>
            <a:spLocks noGrp="1"/>
          </p:cNvSpPr>
          <p:nvPr>
            <p:ph type="title"/>
          </p:nvPr>
        </p:nvSpPr>
        <p:spPr>
          <a:xfrm>
            <a:off x="1924050" y="445025"/>
            <a:ext cx="6500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2" name="Google Shape;132;p18"/>
          <p:cNvGrpSpPr/>
          <p:nvPr/>
        </p:nvGrpSpPr>
        <p:grpSpPr>
          <a:xfrm>
            <a:off x="-9763" y="-17232"/>
            <a:ext cx="1542338" cy="5160073"/>
            <a:chOff x="7610237" y="2627"/>
            <a:chExt cx="1542338" cy="5160073"/>
          </a:xfrm>
        </p:grpSpPr>
        <p:sp>
          <p:nvSpPr>
            <p:cNvPr id="133" name="Google Shape;133;p18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8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8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8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8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8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8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" name="Google Shape;150;p18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>
            <a:spLocks noGrp="1"/>
          </p:cNvSpPr>
          <p:nvPr>
            <p:ph type="title"/>
          </p:nvPr>
        </p:nvSpPr>
        <p:spPr>
          <a:xfrm>
            <a:off x="3680150" y="1435075"/>
            <a:ext cx="4389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body" idx="1"/>
          </p:nvPr>
        </p:nvSpPr>
        <p:spPr>
          <a:xfrm>
            <a:off x="3680150" y="2007775"/>
            <a:ext cx="4389300" cy="231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54" name="Google Shape;154;p19"/>
          <p:cNvGrpSpPr/>
          <p:nvPr/>
        </p:nvGrpSpPr>
        <p:grpSpPr>
          <a:xfrm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155" name="Google Shape;155;p19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156" name="Google Shape;156;p19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9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9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9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9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9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9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9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9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9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9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9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9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9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0" name="Google Shape;170;p19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19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>
            <a:spLocks noGrp="1"/>
          </p:cNvSpPr>
          <p:nvPr>
            <p:ph type="title"/>
          </p:nvPr>
        </p:nvSpPr>
        <p:spPr>
          <a:xfrm>
            <a:off x="2638975" y="1342825"/>
            <a:ext cx="5202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74" name="Google Shape;174;p20"/>
          <p:cNvGrpSpPr/>
          <p:nvPr/>
        </p:nvGrpSpPr>
        <p:grpSpPr>
          <a:xfrm>
            <a:off x="-1" y="-176"/>
            <a:ext cx="2068997" cy="5143863"/>
            <a:chOff x="-1" y="-176"/>
            <a:chExt cx="2068997" cy="5143863"/>
          </a:xfrm>
        </p:grpSpPr>
        <p:sp>
          <p:nvSpPr>
            <p:cNvPr id="175" name="Google Shape;175;p20"/>
            <p:cNvSpPr/>
            <p:nvPr/>
          </p:nvSpPr>
          <p:spPr>
            <a:xfrm rot="-5400000">
              <a:off x="-1629798" y="1629621"/>
              <a:ext cx="5143851" cy="1884256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0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0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0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0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0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0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0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" name="Google Shape;187;p20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1849175" y="1179150"/>
            <a:ext cx="35355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subTitle" idx="1"/>
          </p:nvPr>
        </p:nvSpPr>
        <p:spPr>
          <a:xfrm>
            <a:off x="1849175" y="2860950"/>
            <a:ext cx="3535500" cy="11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 rot="10800000" flipH="1">
            <a:off x="-6888" y="-17232"/>
            <a:ext cx="1542338" cy="5160073"/>
            <a:chOff x="7610237" y="2627"/>
            <a:chExt cx="1542338" cy="5160073"/>
          </a:xfrm>
        </p:grpSpPr>
        <p:sp>
          <p:nvSpPr>
            <p:cNvPr id="192" name="Google Shape;192;p21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1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1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1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1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1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1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1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1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1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1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1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1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21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>
            <a:spLocks noGrp="1"/>
          </p:cNvSpPr>
          <p:nvPr>
            <p:ph type="title"/>
          </p:nvPr>
        </p:nvSpPr>
        <p:spPr>
          <a:xfrm>
            <a:off x="715100" y="1378725"/>
            <a:ext cx="3803400" cy="9483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12" name="Google Shape;212;p22"/>
          <p:cNvGrpSpPr/>
          <p:nvPr/>
        </p:nvGrpSpPr>
        <p:grpSpPr>
          <a:xfrm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213" name="Google Shape;213;p22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214" name="Google Shape;214;p22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2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2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2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2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2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2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2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2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2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2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2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2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2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8" name="Google Shape;228;p22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>
            <a:spLocks noGrp="1"/>
          </p:cNvSpPr>
          <p:nvPr>
            <p:ph type="title" hasCustomPrompt="1"/>
          </p:nvPr>
        </p:nvSpPr>
        <p:spPr>
          <a:xfrm>
            <a:off x="2081125" y="1466663"/>
            <a:ext cx="2741400" cy="16770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1" name="Google Shape;231;p23"/>
          <p:cNvSpPr txBox="1">
            <a:spLocks noGrp="1"/>
          </p:cNvSpPr>
          <p:nvPr>
            <p:ph type="subTitle" idx="1"/>
          </p:nvPr>
        </p:nvSpPr>
        <p:spPr>
          <a:xfrm>
            <a:off x="2081125" y="3224950"/>
            <a:ext cx="4322100" cy="4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32" name="Google Shape;232;p23"/>
          <p:cNvGrpSpPr/>
          <p:nvPr/>
        </p:nvGrpSpPr>
        <p:grpSpPr>
          <a:xfrm flipH="1">
            <a:off x="-4160" y="-48"/>
            <a:ext cx="1549894" cy="5143534"/>
            <a:chOff x="-14598" y="-48"/>
            <a:chExt cx="1549894" cy="5143534"/>
          </a:xfrm>
        </p:grpSpPr>
        <p:sp>
          <p:nvSpPr>
            <p:cNvPr id="233" name="Google Shape;233;p23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3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3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3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3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3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3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3"/>
            <p:cNvSpPr/>
            <p:nvPr/>
          </p:nvSpPr>
          <p:spPr>
            <a:xfrm rot="5400000">
              <a:off x="-14598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3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3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" name="Google Shape;243;p23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244" name="Google Shape;244;p23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5" name="Google Shape;245;p23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246" name="Google Shape;246;p23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3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3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3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0" name="Google Shape;250;p23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>
            <a:spLocks noGrp="1"/>
          </p:cNvSpPr>
          <p:nvPr>
            <p:ph type="title" hasCustomPrompt="1"/>
          </p:nvPr>
        </p:nvSpPr>
        <p:spPr>
          <a:xfrm>
            <a:off x="715100" y="13736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4" name="Google Shape;254;p25"/>
          <p:cNvSpPr txBox="1">
            <a:spLocks noGrp="1"/>
          </p:cNvSpPr>
          <p:nvPr>
            <p:ph type="subTitle" idx="1"/>
          </p:nvPr>
        </p:nvSpPr>
        <p:spPr>
          <a:xfrm>
            <a:off x="16495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5"/>
          <p:cNvSpPr txBox="1">
            <a:spLocks noGrp="1"/>
          </p:cNvSpPr>
          <p:nvPr>
            <p:ph type="title" idx="2" hasCustomPrompt="1"/>
          </p:nvPr>
        </p:nvSpPr>
        <p:spPr>
          <a:xfrm>
            <a:off x="4064600" y="1373650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6" name="Google Shape;256;p25"/>
          <p:cNvSpPr txBox="1">
            <a:spLocks noGrp="1"/>
          </p:cNvSpPr>
          <p:nvPr>
            <p:ph type="subTitle" idx="3"/>
          </p:nvPr>
        </p:nvSpPr>
        <p:spPr>
          <a:xfrm>
            <a:off x="49990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5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8" name="Google Shape;258;p25"/>
          <p:cNvSpPr txBox="1">
            <a:spLocks noGrp="1"/>
          </p:cNvSpPr>
          <p:nvPr>
            <p:ph type="subTitle" idx="5"/>
          </p:nvPr>
        </p:nvSpPr>
        <p:spPr>
          <a:xfrm>
            <a:off x="16495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5"/>
          <p:cNvSpPr txBox="1">
            <a:spLocks noGrp="1"/>
          </p:cNvSpPr>
          <p:nvPr>
            <p:ph type="title" idx="6" hasCustomPrompt="1"/>
          </p:nvPr>
        </p:nvSpPr>
        <p:spPr>
          <a:xfrm>
            <a:off x="40646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0" name="Google Shape;260;p25"/>
          <p:cNvSpPr txBox="1">
            <a:spLocks noGrp="1"/>
          </p:cNvSpPr>
          <p:nvPr>
            <p:ph type="subTitle" idx="7"/>
          </p:nvPr>
        </p:nvSpPr>
        <p:spPr>
          <a:xfrm>
            <a:off x="49990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5"/>
          <p:cNvSpPr txBox="1">
            <a:spLocks noGrp="1"/>
          </p:cNvSpPr>
          <p:nvPr>
            <p:ph type="sldNum" idx="12"/>
          </p:nvPr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5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5"/>
          <p:cNvSpPr txBox="1">
            <a:spLocks noGrp="1"/>
          </p:cNvSpPr>
          <p:nvPr>
            <p:ph type="subTitle" idx="9"/>
          </p:nvPr>
        </p:nvSpPr>
        <p:spPr>
          <a:xfrm>
            <a:off x="16446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4" name="Google Shape;264;p25"/>
          <p:cNvSpPr txBox="1">
            <a:spLocks noGrp="1"/>
          </p:cNvSpPr>
          <p:nvPr>
            <p:ph type="subTitle" idx="13"/>
          </p:nvPr>
        </p:nvSpPr>
        <p:spPr>
          <a:xfrm>
            <a:off x="49990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5" name="Google Shape;265;p25"/>
          <p:cNvSpPr txBox="1">
            <a:spLocks noGrp="1"/>
          </p:cNvSpPr>
          <p:nvPr>
            <p:ph type="subTitle" idx="14"/>
          </p:nvPr>
        </p:nvSpPr>
        <p:spPr>
          <a:xfrm>
            <a:off x="16446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subTitle" idx="15"/>
          </p:nvPr>
        </p:nvSpPr>
        <p:spPr>
          <a:xfrm>
            <a:off x="49990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67" name="Google Shape;267;p25"/>
          <p:cNvGrpSpPr/>
          <p:nvPr/>
        </p:nvGrpSpPr>
        <p:grpSpPr>
          <a:xfrm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268" name="Google Shape;268;p25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5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5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5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5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5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5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5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5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5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5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5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5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5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5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5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5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6504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87" name="Google Shape;287;p26"/>
          <p:cNvGrpSpPr/>
          <p:nvPr/>
        </p:nvGrpSpPr>
        <p:grpSpPr>
          <a:xfrm>
            <a:off x="7594627" y="-48"/>
            <a:ext cx="1559299" cy="5143534"/>
            <a:chOff x="-14073" y="-48"/>
            <a:chExt cx="1559299" cy="5143534"/>
          </a:xfrm>
        </p:grpSpPr>
        <p:sp>
          <p:nvSpPr>
            <p:cNvPr id="288" name="Google Shape;288;p26"/>
            <p:cNvSpPr/>
            <p:nvPr/>
          </p:nvSpPr>
          <p:spPr>
            <a:xfrm rot="5400000">
              <a:off x="-8135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6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6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6"/>
            <p:cNvSpPr/>
            <p:nvPr/>
          </p:nvSpPr>
          <p:spPr>
            <a:xfrm rot="5400000">
              <a:off x="-1407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6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6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" name="Google Shape;298;p26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01" name="Google Shape;301;p27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302" name="Google Shape;302;p27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3" name="Google Shape;303;p27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304" name="Google Shape;304;p27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7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27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27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8" name="Google Shape;308;p27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11" name="Google Shape;311;p28"/>
          <p:cNvGrpSpPr/>
          <p:nvPr/>
        </p:nvGrpSpPr>
        <p:grpSpPr>
          <a:xfrm>
            <a:off x="7670071" y="0"/>
            <a:ext cx="1473929" cy="5143556"/>
            <a:chOff x="7670071" y="0"/>
            <a:chExt cx="1473929" cy="5143556"/>
          </a:xfrm>
        </p:grpSpPr>
        <p:sp>
          <p:nvSpPr>
            <p:cNvPr id="312" name="Google Shape;312;p28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5"/>
                  </a:lnTo>
                  <a:lnTo>
                    <a:pt x="58405" y="524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8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58405" y="52445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8"/>
            <p:cNvSpPr/>
            <p:nvPr/>
          </p:nvSpPr>
          <p:spPr>
            <a:xfrm flipH="1">
              <a:off x="7971900" y="216850"/>
              <a:ext cx="877425" cy="877425"/>
            </a:xfrm>
            <a:custGeom>
              <a:avLst/>
              <a:gdLst/>
              <a:ahLst/>
              <a:cxnLst/>
              <a:rect l="l" t="t" r="r" b="b"/>
              <a:pathLst>
                <a:path w="35097" h="35097" extrusionOk="0">
                  <a:moveTo>
                    <a:pt x="31227" y="10543"/>
                  </a:moveTo>
                  <a:cubicBezTo>
                    <a:pt x="35097" y="18105"/>
                    <a:pt x="32117" y="27357"/>
                    <a:pt x="24555" y="31227"/>
                  </a:cubicBezTo>
                  <a:cubicBezTo>
                    <a:pt x="16993" y="35097"/>
                    <a:pt x="7741" y="32116"/>
                    <a:pt x="3871" y="24555"/>
                  </a:cubicBezTo>
                  <a:cubicBezTo>
                    <a:pt x="1" y="16993"/>
                    <a:pt x="2981" y="7741"/>
                    <a:pt x="10543" y="3871"/>
                  </a:cubicBezTo>
                  <a:cubicBezTo>
                    <a:pt x="18105" y="1"/>
                    <a:pt x="27357" y="2981"/>
                    <a:pt x="31227" y="105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8"/>
            <p:cNvSpPr/>
            <p:nvPr/>
          </p:nvSpPr>
          <p:spPr>
            <a:xfrm flipH="1">
              <a:off x="7902950" y="271350"/>
              <a:ext cx="794025" cy="640550"/>
            </a:xfrm>
            <a:custGeom>
              <a:avLst/>
              <a:gdLst/>
              <a:ahLst/>
              <a:cxnLst/>
              <a:rect l="l" t="t" r="r" b="b"/>
              <a:pathLst>
                <a:path w="31761" h="25622" extrusionOk="0">
                  <a:moveTo>
                    <a:pt x="11433" y="0"/>
                  </a:moveTo>
                  <a:cubicBezTo>
                    <a:pt x="7073" y="0"/>
                    <a:pt x="2937" y="1824"/>
                    <a:pt x="1" y="5116"/>
                  </a:cubicBezTo>
                  <a:lnTo>
                    <a:pt x="22909" y="25622"/>
                  </a:lnTo>
                  <a:cubicBezTo>
                    <a:pt x="31761" y="15747"/>
                    <a:pt x="24733" y="0"/>
                    <a:pt x="11433" y="0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8"/>
            <p:cNvSpPr/>
            <p:nvPr/>
          </p:nvSpPr>
          <p:spPr>
            <a:xfrm flipH="1">
              <a:off x="7760249" y="1311100"/>
              <a:ext cx="1380426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58405" y="52444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8"/>
            <p:cNvSpPr/>
            <p:nvPr/>
          </p:nvSpPr>
          <p:spPr>
            <a:xfrm flipH="1">
              <a:off x="8411150" y="1311100"/>
              <a:ext cx="729525" cy="1311125"/>
            </a:xfrm>
            <a:custGeom>
              <a:avLst/>
              <a:gdLst/>
              <a:ahLst/>
              <a:cxnLst/>
              <a:rect l="l" t="t" r="r" b="b"/>
              <a:pathLst>
                <a:path w="29181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29181" y="524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8"/>
            <p:cNvSpPr/>
            <p:nvPr/>
          </p:nvSpPr>
          <p:spPr>
            <a:xfrm flipH="1">
              <a:off x="7680525" y="1311100"/>
              <a:ext cx="730650" cy="1311125"/>
            </a:xfrm>
            <a:custGeom>
              <a:avLst/>
              <a:gdLst/>
              <a:ahLst/>
              <a:cxnLst/>
              <a:rect l="l" t="t" r="r" b="b"/>
              <a:pathLst>
                <a:path w="29226" h="52445" extrusionOk="0">
                  <a:moveTo>
                    <a:pt x="1" y="52444"/>
                  </a:moveTo>
                  <a:lnTo>
                    <a:pt x="29225" y="1"/>
                  </a:lnTo>
                  <a:lnTo>
                    <a:pt x="29225" y="5244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8"/>
            <p:cNvSpPr/>
            <p:nvPr/>
          </p:nvSpPr>
          <p:spPr>
            <a:xfrm flipH="1">
              <a:off x="8719175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8"/>
            <p:cNvSpPr/>
            <p:nvPr/>
          </p:nvSpPr>
          <p:spPr>
            <a:xfrm flipH="1">
              <a:off x="7670071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6859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6859" y="1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8"/>
            <p:cNvSpPr/>
            <p:nvPr/>
          </p:nvSpPr>
          <p:spPr>
            <a:xfrm flipH="1">
              <a:off x="7680525" y="1311100"/>
              <a:ext cx="1460150" cy="757325"/>
            </a:xfrm>
            <a:custGeom>
              <a:avLst/>
              <a:gdLst/>
              <a:ahLst/>
              <a:cxnLst/>
              <a:rect l="l" t="t" r="r" b="b"/>
              <a:pathLst>
                <a:path w="58406" h="30293" extrusionOk="0">
                  <a:moveTo>
                    <a:pt x="1" y="1"/>
                  </a:moveTo>
                  <a:lnTo>
                    <a:pt x="16859" y="30292"/>
                  </a:lnTo>
                  <a:lnTo>
                    <a:pt x="41547" y="30292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8"/>
            <p:cNvSpPr/>
            <p:nvPr/>
          </p:nvSpPr>
          <p:spPr>
            <a:xfrm flipH="1">
              <a:off x="7684348" y="2623385"/>
              <a:ext cx="1459104" cy="1316675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8"/>
            <p:cNvSpPr/>
            <p:nvPr/>
          </p:nvSpPr>
          <p:spPr>
            <a:xfrm flipH="1">
              <a:off x="7683801" y="2623385"/>
              <a:ext cx="1460199" cy="1316675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8"/>
            <p:cNvSpPr/>
            <p:nvPr/>
          </p:nvSpPr>
          <p:spPr>
            <a:xfrm flipH="1">
              <a:off x="7673375" y="3320635"/>
              <a:ext cx="616638" cy="619425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5" name="Google Shape;325;p28"/>
            <p:cNvGrpSpPr/>
            <p:nvPr/>
          </p:nvGrpSpPr>
          <p:grpSpPr>
            <a:xfrm flipH="1">
              <a:off x="7680608" y="3940050"/>
              <a:ext cx="1463392" cy="1203506"/>
              <a:chOff x="573525" y="4012581"/>
              <a:chExt cx="1463392" cy="1203506"/>
            </a:xfrm>
          </p:grpSpPr>
          <p:sp>
            <p:nvSpPr>
              <p:cNvPr id="326" name="Google Shape;326;p28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8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8" name="Google Shape;328;p28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2_1_1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31" name="Google Shape;331;p29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332" name="Google Shape;332;p29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9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9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9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9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9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9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9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9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9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9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9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9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9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9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29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2_1_1_1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"/>
          <p:cNvSpPr txBox="1">
            <a:spLocks noGrp="1"/>
          </p:cNvSpPr>
          <p:nvPr>
            <p:ph type="title"/>
          </p:nvPr>
        </p:nvSpPr>
        <p:spPr>
          <a:xfrm>
            <a:off x="1530300" y="445025"/>
            <a:ext cx="6893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52" name="Google Shape;352;p30"/>
          <p:cNvGrpSpPr/>
          <p:nvPr/>
        </p:nvGrpSpPr>
        <p:grpSpPr>
          <a:xfrm rot="-5400000">
            <a:off x="-2053228" y="2043293"/>
            <a:ext cx="5173395" cy="1066931"/>
            <a:chOff x="3970605" y="1540"/>
            <a:chExt cx="5173395" cy="1066931"/>
          </a:xfrm>
        </p:grpSpPr>
        <p:sp>
          <p:nvSpPr>
            <p:cNvPr id="353" name="Google Shape;353;p30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4" name="Google Shape;354;p30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355" name="Google Shape;355;p30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30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30"/>
              <p:cNvSpPr/>
              <p:nvPr/>
            </p:nvSpPr>
            <p:spPr>
              <a:xfrm rot="10800000"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30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9" name="Google Shape;359;p30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2_1_1_1_1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 txBox="1">
            <a:spLocks noGrp="1"/>
          </p:cNvSpPr>
          <p:nvPr>
            <p:ph type="title"/>
          </p:nvPr>
        </p:nvSpPr>
        <p:spPr>
          <a:xfrm>
            <a:off x="1757375" y="445025"/>
            <a:ext cx="6666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62" name="Google Shape;362;p31"/>
          <p:cNvGrpSpPr/>
          <p:nvPr/>
        </p:nvGrpSpPr>
        <p:grpSpPr>
          <a:xfrm flipH="1">
            <a:off x="-16637" y="0"/>
            <a:ext cx="1463475" cy="5143556"/>
            <a:chOff x="7680525" y="0"/>
            <a:chExt cx="1463475" cy="5143556"/>
          </a:xfrm>
        </p:grpSpPr>
        <p:grpSp>
          <p:nvGrpSpPr>
            <p:cNvPr id="363" name="Google Shape;363;p31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364" name="Google Shape;364;p31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1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1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1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1"/>
              <p:cNvSpPr/>
              <p:nvPr/>
            </p:nvSpPr>
            <p:spPr>
              <a:xfrm>
                <a:off x="4025675" y="1517100"/>
                <a:ext cx="1459128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1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1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1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1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31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1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1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1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7" name="Google Shape;377;p31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378" name="Google Shape;378;p31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1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0" name="Google Shape;380;p31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2_1_1_1_1_1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2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3"/>
          <p:cNvSpPr txBox="1">
            <a:spLocks noGrp="1"/>
          </p:cNvSpPr>
          <p:nvPr>
            <p:ph type="title"/>
          </p:nvPr>
        </p:nvSpPr>
        <p:spPr>
          <a:xfrm>
            <a:off x="2614075" y="308745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86" name="Google Shape;386;p33"/>
          <p:cNvSpPr txBox="1">
            <a:spLocks noGrp="1"/>
          </p:cNvSpPr>
          <p:nvPr>
            <p:ph type="subTitle" idx="1"/>
          </p:nvPr>
        </p:nvSpPr>
        <p:spPr>
          <a:xfrm>
            <a:off x="2614075" y="1524150"/>
            <a:ext cx="5790300" cy="15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7" name="Google Shape;387;p33"/>
          <p:cNvSpPr/>
          <p:nvPr/>
        </p:nvSpPr>
        <p:spPr>
          <a:xfrm rot="-5400000">
            <a:off x="-91280" y="3516910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0" y="0"/>
                </a:moveTo>
                <a:lnTo>
                  <a:pt x="58627" y="0"/>
                </a:lnTo>
                <a:lnTo>
                  <a:pt x="58627" y="52666"/>
                </a:lnTo>
                <a:lnTo>
                  <a:pt x="0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3"/>
          <p:cNvSpPr/>
          <p:nvPr/>
        </p:nvSpPr>
        <p:spPr>
          <a:xfrm rot="-5400000">
            <a:off x="-91923" y="3516267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58672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3"/>
          <p:cNvSpPr/>
          <p:nvPr/>
        </p:nvSpPr>
        <p:spPr>
          <a:xfrm rot="-5400000">
            <a:off x="-91280" y="1801991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1" y="0"/>
                </a:moveTo>
                <a:lnTo>
                  <a:pt x="1" y="52666"/>
                </a:lnTo>
                <a:lnTo>
                  <a:pt x="58627" y="52666"/>
                </a:lnTo>
                <a:lnTo>
                  <a:pt x="5862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3"/>
          <p:cNvSpPr/>
          <p:nvPr/>
        </p:nvSpPr>
        <p:spPr>
          <a:xfrm rot="-5400000">
            <a:off x="83587" y="1889758"/>
            <a:ext cx="1362644" cy="1363930"/>
          </a:xfrm>
          <a:custGeom>
            <a:avLst/>
            <a:gdLst/>
            <a:ahLst/>
            <a:cxnLst/>
            <a:rect l="l" t="t" r="r" b="b"/>
            <a:pathLst>
              <a:path w="46618" h="46662" extrusionOk="0">
                <a:moveTo>
                  <a:pt x="28914" y="3114"/>
                </a:moveTo>
                <a:cubicBezTo>
                  <a:pt x="40079" y="6184"/>
                  <a:pt x="46617" y="17749"/>
                  <a:pt x="43504" y="28958"/>
                </a:cubicBezTo>
                <a:cubicBezTo>
                  <a:pt x="40434" y="40123"/>
                  <a:pt x="28869" y="46662"/>
                  <a:pt x="17704" y="43548"/>
                </a:cubicBezTo>
                <a:cubicBezTo>
                  <a:pt x="6539" y="40479"/>
                  <a:pt x="1" y="28914"/>
                  <a:pt x="3070" y="17749"/>
                </a:cubicBezTo>
                <a:cubicBezTo>
                  <a:pt x="6184" y="6584"/>
                  <a:pt x="17749" y="1"/>
                  <a:pt x="28914" y="3114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33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3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0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3"/>
          <p:cNvSpPr/>
          <p:nvPr/>
        </p:nvSpPr>
        <p:spPr>
          <a:xfrm rot="-5400000">
            <a:off x="332160" y="1368624"/>
            <a:ext cx="856848" cy="1539456"/>
          </a:xfrm>
          <a:custGeom>
            <a:avLst/>
            <a:gdLst/>
            <a:ahLst/>
            <a:cxnLst/>
            <a:rect l="l" t="t" r="r" b="b"/>
            <a:pathLst>
              <a:path w="29314" h="52667" extrusionOk="0">
                <a:moveTo>
                  <a:pt x="29313" y="0"/>
                </a:moveTo>
                <a:lnTo>
                  <a:pt x="0" y="26333"/>
                </a:lnTo>
                <a:lnTo>
                  <a:pt x="29313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3"/>
          <p:cNvSpPr/>
          <p:nvPr/>
        </p:nvSpPr>
        <p:spPr>
          <a:xfrm rot="-5400000">
            <a:off x="821503" y="3428524"/>
            <a:ext cx="724232" cy="724232"/>
          </a:xfrm>
          <a:custGeom>
            <a:avLst/>
            <a:gdLst/>
            <a:ahLst/>
            <a:cxnLst/>
            <a:rect l="l" t="t" r="r" b="b"/>
            <a:pathLst>
              <a:path w="24777" h="24777" extrusionOk="0">
                <a:moveTo>
                  <a:pt x="24777" y="0"/>
                </a:moveTo>
                <a:cubicBezTo>
                  <a:pt x="11076" y="0"/>
                  <a:pt x="0" y="11076"/>
                  <a:pt x="0" y="24776"/>
                </a:cubicBezTo>
                <a:lnTo>
                  <a:pt x="24777" y="24776"/>
                </a:lnTo>
                <a:lnTo>
                  <a:pt x="2477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3"/>
          <p:cNvSpPr/>
          <p:nvPr/>
        </p:nvSpPr>
        <p:spPr>
          <a:xfrm rot="-5400000">
            <a:off x="374185" y="507044"/>
            <a:ext cx="781435" cy="700818"/>
          </a:xfrm>
          <a:custGeom>
            <a:avLst/>
            <a:gdLst/>
            <a:ahLst/>
            <a:cxnLst/>
            <a:rect l="l" t="t" r="r" b="b"/>
            <a:pathLst>
              <a:path w="26734" h="23976" extrusionOk="0">
                <a:moveTo>
                  <a:pt x="0" y="0"/>
                </a:moveTo>
                <a:lnTo>
                  <a:pt x="26734" y="0"/>
                </a:lnTo>
                <a:lnTo>
                  <a:pt x="26734" y="23976"/>
                </a:lnTo>
                <a:lnTo>
                  <a:pt x="0" y="2397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3"/>
          <p:cNvSpPr/>
          <p:nvPr/>
        </p:nvSpPr>
        <p:spPr>
          <a:xfrm rot="-5400000">
            <a:off x="332145" y="2231917"/>
            <a:ext cx="856877" cy="1539456"/>
          </a:xfrm>
          <a:custGeom>
            <a:avLst/>
            <a:gdLst/>
            <a:ahLst/>
            <a:cxnLst/>
            <a:rect l="l" t="t" r="r" b="b"/>
            <a:pathLst>
              <a:path w="29315" h="52667" extrusionOk="0">
                <a:moveTo>
                  <a:pt x="1" y="0"/>
                </a:moveTo>
                <a:lnTo>
                  <a:pt x="1" y="52666"/>
                </a:lnTo>
                <a:lnTo>
                  <a:pt x="29314" y="26333"/>
                </a:lnTo>
                <a:lnTo>
                  <a:pt x="1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33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4"/>
          <p:cNvSpPr txBox="1">
            <a:spLocks noGrp="1"/>
          </p:cNvSpPr>
          <p:nvPr>
            <p:ph type="subTitle" idx="1"/>
          </p:nvPr>
        </p:nvSpPr>
        <p:spPr>
          <a:xfrm>
            <a:off x="720000" y="2647200"/>
            <a:ext cx="2907600" cy="10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34"/>
          <p:cNvSpPr txBox="1">
            <a:spLocks noGrp="1"/>
          </p:cNvSpPr>
          <p:nvPr>
            <p:ph type="title"/>
          </p:nvPr>
        </p:nvSpPr>
        <p:spPr>
          <a:xfrm>
            <a:off x="720000" y="2116888"/>
            <a:ext cx="326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01" name="Google Shape;401;p34"/>
          <p:cNvGrpSpPr/>
          <p:nvPr/>
        </p:nvGrpSpPr>
        <p:grpSpPr>
          <a:xfrm rot="10800000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402" name="Google Shape;402;p34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403" name="Google Shape;403;p34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4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4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4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4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4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4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4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4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4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4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4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4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4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7" name="Google Shape;417;p34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8" name="Google Shape;418;p34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p35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421" name="Google Shape;421;p35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5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5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5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5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5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5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5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5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5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5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5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5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5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5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5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35"/>
          <p:cNvSpPr txBox="1">
            <a:spLocks noGrp="1"/>
          </p:cNvSpPr>
          <p:nvPr>
            <p:ph type="subTitle" idx="1"/>
          </p:nvPr>
        </p:nvSpPr>
        <p:spPr>
          <a:xfrm>
            <a:off x="720000" y="1182900"/>
            <a:ext cx="6578100" cy="33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9" name="Google Shape;439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578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5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6"/>
          <p:cNvSpPr txBox="1">
            <a:spLocks noGrp="1"/>
          </p:cNvSpPr>
          <p:nvPr>
            <p:ph type="subTitle" idx="1"/>
          </p:nvPr>
        </p:nvSpPr>
        <p:spPr>
          <a:xfrm>
            <a:off x="719988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43" name="Google Shape;443;p36"/>
          <p:cNvSpPr txBox="1">
            <a:spLocks noGrp="1"/>
          </p:cNvSpPr>
          <p:nvPr>
            <p:ph type="subTitle" idx="2"/>
          </p:nvPr>
        </p:nvSpPr>
        <p:spPr>
          <a:xfrm>
            <a:off x="4374813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44" name="Google Shape;444;p36"/>
          <p:cNvSpPr txBox="1">
            <a:spLocks noGrp="1"/>
          </p:cNvSpPr>
          <p:nvPr>
            <p:ph type="subTitle" idx="3"/>
          </p:nvPr>
        </p:nvSpPr>
        <p:spPr>
          <a:xfrm>
            <a:off x="719988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36"/>
          <p:cNvSpPr txBox="1">
            <a:spLocks noGrp="1"/>
          </p:cNvSpPr>
          <p:nvPr>
            <p:ph type="subTitle" idx="4"/>
          </p:nvPr>
        </p:nvSpPr>
        <p:spPr>
          <a:xfrm>
            <a:off x="4374813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47" name="Google Shape;447;p36"/>
          <p:cNvGrpSpPr/>
          <p:nvPr/>
        </p:nvGrpSpPr>
        <p:grpSpPr>
          <a:xfrm flipH="1">
            <a:off x="7601662" y="-8302"/>
            <a:ext cx="1542338" cy="5160073"/>
            <a:chOff x="7610237" y="2627"/>
            <a:chExt cx="1542338" cy="5160073"/>
          </a:xfrm>
        </p:grpSpPr>
        <p:sp>
          <p:nvSpPr>
            <p:cNvPr id="448" name="Google Shape;448;p36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6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36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7"/>
          <p:cNvSpPr txBox="1">
            <a:spLocks noGrp="1"/>
          </p:cNvSpPr>
          <p:nvPr>
            <p:ph type="subTitle" idx="1"/>
          </p:nvPr>
        </p:nvSpPr>
        <p:spPr>
          <a:xfrm>
            <a:off x="1703000" y="11865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68" name="Google Shape;468;p37"/>
          <p:cNvSpPr txBox="1">
            <a:spLocks noGrp="1"/>
          </p:cNvSpPr>
          <p:nvPr>
            <p:ph type="subTitle" idx="2"/>
          </p:nvPr>
        </p:nvSpPr>
        <p:spPr>
          <a:xfrm>
            <a:off x="1703000" y="16319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37"/>
          <p:cNvSpPr txBox="1">
            <a:spLocks noGrp="1"/>
          </p:cNvSpPr>
          <p:nvPr>
            <p:ph type="subTitle" idx="3"/>
          </p:nvPr>
        </p:nvSpPr>
        <p:spPr>
          <a:xfrm>
            <a:off x="1703000" y="27403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37"/>
          <p:cNvSpPr txBox="1">
            <a:spLocks noGrp="1"/>
          </p:cNvSpPr>
          <p:nvPr>
            <p:ph type="subTitle" idx="4"/>
          </p:nvPr>
        </p:nvSpPr>
        <p:spPr>
          <a:xfrm>
            <a:off x="1703000" y="38487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37"/>
          <p:cNvSpPr txBox="1">
            <a:spLocks noGrp="1"/>
          </p:cNvSpPr>
          <p:nvPr>
            <p:ph type="subTitle" idx="5"/>
          </p:nvPr>
        </p:nvSpPr>
        <p:spPr>
          <a:xfrm>
            <a:off x="1703000" y="22949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3" name="Google Shape;473;p37"/>
          <p:cNvSpPr txBox="1">
            <a:spLocks noGrp="1"/>
          </p:cNvSpPr>
          <p:nvPr>
            <p:ph type="subTitle" idx="6"/>
          </p:nvPr>
        </p:nvSpPr>
        <p:spPr>
          <a:xfrm>
            <a:off x="1703000" y="34033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74" name="Google Shape;474;p37"/>
          <p:cNvGrpSpPr/>
          <p:nvPr/>
        </p:nvGrpSpPr>
        <p:grpSpPr>
          <a:xfrm rot="10800000"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475" name="Google Shape;475;p37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7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7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2" name="Google Shape;492;p37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8"/>
          <p:cNvSpPr txBox="1">
            <a:spLocks noGrp="1"/>
          </p:cNvSpPr>
          <p:nvPr>
            <p:ph type="subTitle" idx="1"/>
          </p:nvPr>
        </p:nvSpPr>
        <p:spPr>
          <a:xfrm>
            <a:off x="1523550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5" name="Google Shape;495;p38"/>
          <p:cNvSpPr txBox="1">
            <a:spLocks noGrp="1"/>
          </p:cNvSpPr>
          <p:nvPr>
            <p:ph type="subTitle" idx="2"/>
          </p:nvPr>
        </p:nvSpPr>
        <p:spPr>
          <a:xfrm>
            <a:off x="15235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38"/>
          <p:cNvSpPr txBox="1">
            <a:spLocks noGrp="1"/>
          </p:cNvSpPr>
          <p:nvPr>
            <p:ph type="subTitle" idx="3"/>
          </p:nvPr>
        </p:nvSpPr>
        <p:spPr>
          <a:xfrm>
            <a:off x="49280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38"/>
          <p:cNvSpPr txBox="1">
            <a:spLocks noGrp="1"/>
          </p:cNvSpPr>
          <p:nvPr>
            <p:ph type="subTitle" idx="4"/>
          </p:nvPr>
        </p:nvSpPr>
        <p:spPr>
          <a:xfrm>
            <a:off x="15235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38"/>
          <p:cNvSpPr txBox="1">
            <a:spLocks noGrp="1"/>
          </p:cNvSpPr>
          <p:nvPr>
            <p:ph type="subTitle" idx="5"/>
          </p:nvPr>
        </p:nvSpPr>
        <p:spPr>
          <a:xfrm>
            <a:off x="49280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38"/>
          <p:cNvSpPr txBox="1">
            <a:spLocks noGrp="1"/>
          </p:cNvSpPr>
          <p:nvPr>
            <p:ph type="subTitle" idx="6"/>
          </p:nvPr>
        </p:nvSpPr>
        <p:spPr>
          <a:xfrm>
            <a:off x="1523550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1" name="Google Shape;501;p38"/>
          <p:cNvSpPr txBox="1">
            <a:spLocks noGrp="1"/>
          </p:cNvSpPr>
          <p:nvPr>
            <p:ph type="subTitle" idx="7"/>
          </p:nvPr>
        </p:nvSpPr>
        <p:spPr>
          <a:xfrm>
            <a:off x="4928048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2" name="Google Shape;502;p38"/>
          <p:cNvSpPr txBox="1">
            <a:spLocks noGrp="1"/>
          </p:cNvSpPr>
          <p:nvPr>
            <p:ph type="subTitle" idx="8"/>
          </p:nvPr>
        </p:nvSpPr>
        <p:spPr>
          <a:xfrm>
            <a:off x="4928048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03" name="Google Shape;503;p38"/>
          <p:cNvGrpSpPr/>
          <p:nvPr/>
        </p:nvGrpSpPr>
        <p:grpSpPr>
          <a:xfrm>
            <a:off x="7680525" y="0"/>
            <a:ext cx="1463475" cy="5143556"/>
            <a:chOff x="7680525" y="0"/>
            <a:chExt cx="1463475" cy="5143556"/>
          </a:xfrm>
        </p:grpSpPr>
        <p:grpSp>
          <p:nvGrpSpPr>
            <p:cNvPr id="504" name="Google Shape;504;p38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505" name="Google Shape;505;p38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8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8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8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8"/>
              <p:cNvSpPr/>
              <p:nvPr/>
            </p:nvSpPr>
            <p:spPr>
              <a:xfrm>
                <a:off x="4025675" y="15171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8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8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8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8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38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38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38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38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38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519" name="Google Shape;519;p38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21" name="Google Shape;521;p38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9"/>
          <p:cNvSpPr txBox="1">
            <a:spLocks noGrp="1"/>
          </p:cNvSpPr>
          <p:nvPr>
            <p:ph type="subTitle" idx="1"/>
          </p:nvPr>
        </p:nvSpPr>
        <p:spPr>
          <a:xfrm>
            <a:off x="720000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4" name="Google Shape;524;p39"/>
          <p:cNvSpPr txBox="1">
            <a:spLocks noGrp="1"/>
          </p:cNvSpPr>
          <p:nvPr>
            <p:ph type="subTitle" idx="2"/>
          </p:nvPr>
        </p:nvSpPr>
        <p:spPr>
          <a:xfrm>
            <a:off x="7200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39"/>
          <p:cNvSpPr txBox="1">
            <a:spLocks noGrp="1"/>
          </p:cNvSpPr>
          <p:nvPr>
            <p:ph type="subTitle" idx="3"/>
          </p:nvPr>
        </p:nvSpPr>
        <p:spPr>
          <a:xfrm>
            <a:off x="41245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39"/>
          <p:cNvSpPr txBox="1">
            <a:spLocks noGrp="1"/>
          </p:cNvSpPr>
          <p:nvPr>
            <p:ph type="subTitle" idx="4"/>
          </p:nvPr>
        </p:nvSpPr>
        <p:spPr>
          <a:xfrm>
            <a:off x="7200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7" name="Google Shape;527;p39"/>
          <p:cNvSpPr txBox="1">
            <a:spLocks noGrp="1"/>
          </p:cNvSpPr>
          <p:nvPr>
            <p:ph type="subTitle" idx="5"/>
          </p:nvPr>
        </p:nvSpPr>
        <p:spPr>
          <a:xfrm>
            <a:off x="41245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39"/>
          <p:cNvSpPr txBox="1">
            <a:spLocks noGrp="1"/>
          </p:cNvSpPr>
          <p:nvPr>
            <p:ph type="subTitle" idx="6"/>
          </p:nvPr>
        </p:nvSpPr>
        <p:spPr>
          <a:xfrm>
            <a:off x="720000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30" name="Google Shape;530;p39"/>
          <p:cNvSpPr txBox="1">
            <a:spLocks noGrp="1"/>
          </p:cNvSpPr>
          <p:nvPr>
            <p:ph type="subTitle" idx="7"/>
          </p:nvPr>
        </p:nvSpPr>
        <p:spPr>
          <a:xfrm>
            <a:off x="4124498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31" name="Google Shape;531;p39"/>
          <p:cNvSpPr txBox="1">
            <a:spLocks noGrp="1"/>
          </p:cNvSpPr>
          <p:nvPr>
            <p:ph type="subTitle" idx="8"/>
          </p:nvPr>
        </p:nvSpPr>
        <p:spPr>
          <a:xfrm>
            <a:off x="4124498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32" name="Google Shape;532;p39"/>
          <p:cNvGrpSpPr/>
          <p:nvPr/>
        </p:nvGrpSpPr>
        <p:grpSpPr>
          <a:xfrm flipH="1">
            <a:off x="7604540" y="-48"/>
            <a:ext cx="1539456" cy="5143534"/>
            <a:chOff x="-4160" y="-48"/>
            <a:chExt cx="1539456" cy="5143534"/>
          </a:xfrm>
        </p:grpSpPr>
        <p:sp>
          <p:nvSpPr>
            <p:cNvPr id="533" name="Google Shape;533;p39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9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9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9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9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9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9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9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3" name="Google Shape;543;p39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40"/>
          <p:cNvSpPr txBox="1">
            <a:spLocks noGrp="1"/>
          </p:cNvSpPr>
          <p:nvPr>
            <p:ph type="subTitle" idx="1"/>
          </p:nvPr>
        </p:nvSpPr>
        <p:spPr>
          <a:xfrm>
            <a:off x="897848" y="2299001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7" name="Google Shape;547;p40"/>
          <p:cNvSpPr txBox="1">
            <a:spLocks noGrp="1"/>
          </p:cNvSpPr>
          <p:nvPr>
            <p:ph type="subTitle" idx="2"/>
          </p:nvPr>
        </p:nvSpPr>
        <p:spPr>
          <a:xfrm>
            <a:off x="2965075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40"/>
          <p:cNvSpPr txBox="1">
            <a:spLocks noGrp="1"/>
          </p:cNvSpPr>
          <p:nvPr>
            <p:ph type="subTitle" idx="3"/>
          </p:nvPr>
        </p:nvSpPr>
        <p:spPr>
          <a:xfrm>
            <a:off x="5036500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9" name="Google Shape;549;p40"/>
          <p:cNvSpPr txBox="1">
            <a:spLocks noGrp="1"/>
          </p:cNvSpPr>
          <p:nvPr>
            <p:ph type="subTitle" idx="4"/>
          </p:nvPr>
        </p:nvSpPr>
        <p:spPr>
          <a:xfrm>
            <a:off x="897848" y="4123692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40"/>
          <p:cNvSpPr txBox="1">
            <a:spLocks noGrp="1"/>
          </p:cNvSpPr>
          <p:nvPr>
            <p:ph type="subTitle" idx="5"/>
          </p:nvPr>
        </p:nvSpPr>
        <p:spPr>
          <a:xfrm>
            <a:off x="2965075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40"/>
          <p:cNvSpPr txBox="1">
            <a:spLocks noGrp="1"/>
          </p:cNvSpPr>
          <p:nvPr>
            <p:ph type="subTitle" idx="6"/>
          </p:nvPr>
        </p:nvSpPr>
        <p:spPr>
          <a:xfrm>
            <a:off x="5036500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40"/>
          <p:cNvSpPr txBox="1">
            <a:spLocks noGrp="1"/>
          </p:cNvSpPr>
          <p:nvPr>
            <p:ph type="subTitle" idx="7"/>
          </p:nvPr>
        </p:nvSpPr>
        <p:spPr>
          <a:xfrm>
            <a:off x="893700" y="1863675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3" name="Google Shape;553;p40"/>
          <p:cNvSpPr txBox="1">
            <a:spLocks noGrp="1"/>
          </p:cNvSpPr>
          <p:nvPr>
            <p:ph type="subTitle" idx="8"/>
          </p:nvPr>
        </p:nvSpPr>
        <p:spPr>
          <a:xfrm>
            <a:off x="2965075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4" name="Google Shape;554;p40"/>
          <p:cNvSpPr txBox="1">
            <a:spLocks noGrp="1"/>
          </p:cNvSpPr>
          <p:nvPr>
            <p:ph type="subTitle" idx="9"/>
          </p:nvPr>
        </p:nvSpPr>
        <p:spPr>
          <a:xfrm>
            <a:off x="5040657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5" name="Google Shape;555;p40"/>
          <p:cNvSpPr txBox="1">
            <a:spLocks noGrp="1"/>
          </p:cNvSpPr>
          <p:nvPr>
            <p:ph type="subTitle" idx="13"/>
          </p:nvPr>
        </p:nvSpPr>
        <p:spPr>
          <a:xfrm>
            <a:off x="893700" y="3683823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6" name="Google Shape;556;p40"/>
          <p:cNvSpPr txBox="1">
            <a:spLocks noGrp="1"/>
          </p:cNvSpPr>
          <p:nvPr>
            <p:ph type="subTitle" idx="14"/>
          </p:nvPr>
        </p:nvSpPr>
        <p:spPr>
          <a:xfrm>
            <a:off x="2965075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7" name="Google Shape;557;p40"/>
          <p:cNvSpPr txBox="1">
            <a:spLocks noGrp="1"/>
          </p:cNvSpPr>
          <p:nvPr>
            <p:ph type="subTitle" idx="15"/>
          </p:nvPr>
        </p:nvSpPr>
        <p:spPr>
          <a:xfrm>
            <a:off x="5040657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8" name="Google Shape;558;p40"/>
          <p:cNvGrpSpPr/>
          <p:nvPr/>
        </p:nvGrpSpPr>
        <p:grpSpPr>
          <a:xfrm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559" name="Google Shape;559;p40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40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40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0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0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0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0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0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0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0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0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0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0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0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0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6" name="Google Shape;576;p40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1"/>
          <p:cNvSpPr txBox="1">
            <a:spLocks noGrp="1"/>
          </p:cNvSpPr>
          <p:nvPr>
            <p:ph type="title" hasCustomPrompt="1"/>
          </p:nvPr>
        </p:nvSpPr>
        <p:spPr>
          <a:xfrm>
            <a:off x="92930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79" name="Google Shape;579;p41"/>
          <p:cNvSpPr txBox="1">
            <a:spLocks noGrp="1"/>
          </p:cNvSpPr>
          <p:nvPr>
            <p:ph type="subTitle" idx="1"/>
          </p:nvPr>
        </p:nvSpPr>
        <p:spPr>
          <a:xfrm>
            <a:off x="72735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p41"/>
          <p:cNvSpPr txBox="1">
            <a:spLocks noGrp="1"/>
          </p:cNvSpPr>
          <p:nvPr>
            <p:ph type="title" idx="2" hasCustomPrompt="1"/>
          </p:nvPr>
        </p:nvSpPr>
        <p:spPr>
          <a:xfrm>
            <a:off x="3721975" y="2137388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81" name="Google Shape;581;p41"/>
          <p:cNvSpPr txBox="1">
            <a:spLocks noGrp="1"/>
          </p:cNvSpPr>
          <p:nvPr>
            <p:ph type="subTitle" idx="3"/>
          </p:nvPr>
        </p:nvSpPr>
        <p:spPr>
          <a:xfrm>
            <a:off x="3520025" y="3176463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2" name="Google Shape;582;p41"/>
          <p:cNvSpPr txBox="1">
            <a:spLocks noGrp="1"/>
          </p:cNvSpPr>
          <p:nvPr>
            <p:ph type="title" idx="4" hasCustomPrompt="1"/>
          </p:nvPr>
        </p:nvSpPr>
        <p:spPr>
          <a:xfrm>
            <a:off x="651465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83" name="Google Shape;583;p41"/>
          <p:cNvSpPr txBox="1">
            <a:spLocks noGrp="1"/>
          </p:cNvSpPr>
          <p:nvPr>
            <p:ph type="subTitle" idx="5"/>
          </p:nvPr>
        </p:nvSpPr>
        <p:spPr>
          <a:xfrm>
            <a:off x="631270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84" name="Google Shape;584;p41"/>
          <p:cNvGrpSpPr/>
          <p:nvPr/>
        </p:nvGrpSpPr>
        <p:grpSpPr>
          <a:xfrm rot="10800000"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585" name="Google Shape;585;p41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586" name="Google Shape;586;p41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41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41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41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41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41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41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41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41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41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41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41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41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41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0" name="Google Shape;600;p41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1" name="Google Shape;601;p41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2"/>
          <p:cNvSpPr txBox="1">
            <a:spLocks noGrp="1"/>
          </p:cNvSpPr>
          <p:nvPr>
            <p:ph type="title" hasCustomPrompt="1"/>
          </p:nvPr>
        </p:nvSpPr>
        <p:spPr>
          <a:xfrm>
            <a:off x="3101163" y="1409791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04" name="Google Shape;604;p42"/>
          <p:cNvSpPr txBox="1">
            <a:spLocks noGrp="1"/>
          </p:cNvSpPr>
          <p:nvPr>
            <p:ph type="subTitle" idx="1"/>
          </p:nvPr>
        </p:nvSpPr>
        <p:spPr>
          <a:xfrm>
            <a:off x="3101163" y="1930587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42"/>
          <p:cNvSpPr txBox="1">
            <a:spLocks noGrp="1"/>
          </p:cNvSpPr>
          <p:nvPr>
            <p:ph type="title" idx="2" hasCustomPrompt="1"/>
          </p:nvPr>
        </p:nvSpPr>
        <p:spPr>
          <a:xfrm>
            <a:off x="6312688" y="1409791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06" name="Google Shape;606;p42"/>
          <p:cNvSpPr txBox="1">
            <a:spLocks noGrp="1"/>
          </p:cNvSpPr>
          <p:nvPr>
            <p:ph type="subTitle" idx="3"/>
          </p:nvPr>
        </p:nvSpPr>
        <p:spPr>
          <a:xfrm>
            <a:off x="6312688" y="1930579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42"/>
          <p:cNvSpPr txBox="1">
            <a:spLocks noGrp="1"/>
          </p:cNvSpPr>
          <p:nvPr>
            <p:ph type="title" idx="4" hasCustomPrompt="1"/>
          </p:nvPr>
        </p:nvSpPr>
        <p:spPr>
          <a:xfrm>
            <a:off x="3101163" y="3171014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08" name="Google Shape;608;p42"/>
          <p:cNvSpPr txBox="1">
            <a:spLocks noGrp="1"/>
          </p:cNvSpPr>
          <p:nvPr>
            <p:ph type="subTitle" idx="5"/>
          </p:nvPr>
        </p:nvSpPr>
        <p:spPr>
          <a:xfrm>
            <a:off x="3101163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9" name="Google Shape;609;p42"/>
          <p:cNvSpPr txBox="1">
            <a:spLocks noGrp="1"/>
          </p:cNvSpPr>
          <p:nvPr>
            <p:ph type="title" idx="6" hasCustomPrompt="1"/>
          </p:nvPr>
        </p:nvSpPr>
        <p:spPr>
          <a:xfrm>
            <a:off x="6312688" y="3171015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10" name="Google Shape;610;p42"/>
          <p:cNvSpPr txBox="1">
            <a:spLocks noGrp="1"/>
          </p:cNvSpPr>
          <p:nvPr>
            <p:ph type="subTitle" idx="7"/>
          </p:nvPr>
        </p:nvSpPr>
        <p:spPr>
          <a:xfrm>
            <a:off x="6312688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1" name="Google Shape;611;p42"/>
          <p:cNvSpPr txBox="1">
            <a:spLocks noGrp="1"/>
          </p:cNvSpPr>
          <p:nvPr>
            <p:ph type="title" idx="8"/>
          </p:nvPr>
        </p:nvSpPr>
        <p:spPr>
          <a:xfrm>
            <a:off x="1993125" y="445025"/>
            <a:ext cx="643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612" name="Google Shape;612;p42"/>
          <p:cNvGrpSpPr/>
          <p:nvPr/>
        </p:nvGrpSpPr>
        <p:grpSpPr>
          <a:xfrm rot="10800000" flipH="1"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613" name="Google Shape;613;p42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2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2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2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2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2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2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2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2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2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3" name="Google Shape;623;p42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3"/>
          <p:cNvSpPr txBox="1">
            <a:spLocks noGrp="1"/>
          </p:cNvSpPr>
          <p:nvPr>
            <p:ph type="ctrTitle"/>
          </p:nvPr>
        </p:nvSpPr>
        <p:spPr>
          <a:xfrm>
            <a:off x="3451975" y="998763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26" name="Google Shape;626;p43"/>
          <p:cNvSpPr txBox="1">
            <a:spLocks noGrp="1"/>
          </p:cNvSpPr>
          <p:nvPr>
            <p:ph type="subTitle" idx="1"/>
          </p:nvPr>
        </p:nvSpPr>
        <p:spPr>
          <a:xfrm>
            <a:off x="3447100" y="1890621"/>
            <a:ext cx="4293900" cy="12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27" name="Google Shape;627;p43"/>
          <p:cNvSpPr txBox="1"/>
          <p:nvPr/>
        </p:nvSpPr>
        <p:spPr>
          <a:xfrm>
            <a:off x="3451975" y="3689688"/>
            <a:ext cx="44382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and it includes icons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infographics &amp; images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628" name="Google Shape;628;p43"/>
          <p:cNvGrpSpPr/>
          <p:nvPr/>
        </p:nvGrpSpPr>
        <p:grpSpPr>
          <a:xfrm rot="10800000">
            <a:off x="-36910" y="-164"/>
            <a:ext cx="3086466" cy="5143851"/>
            <a:chOff x="-1" y="-164"/>
            <a:chExt cx="3086466" cy="5143851"/>
          </a:xfrm>
        </p:grpSpPr>
        <p:sp>
          <p:nvSpPr>
            <p:cNvPr id="629" name="Google Shape;629;p43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3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3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3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3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3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3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3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3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3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3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3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3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3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3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3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3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3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3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3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9" name="Google Shape;649;p43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1" name="Google Shape;651;p44"/>
          <p:cNvGrpSpPr/>
          <p:nvPr/>
        </p:nvGrpSpPr>
        <p:grpSpPr>
          <a:xfrm rot="10800000">
            <a:off x="-18207" y="-175"/>
            <a:ext cx="1145713" cy="5143862"/>
            <a:chOff x="1940752" y="-164"/>
            <a:chExt cx="1145713" cy="5143862"/>
          </a:xfrm>
        </p:grpSpPr>
        <p:sp>
          <p:nvSpPr>
            <p:cNvPr id="652" name="Google Shape;652;p44"/>
            <p:cNvSpPr/>
            <p:nvPr/>
          </p:nvSpPr>
          <p:spPr>
            <a:xfrm rot="-5400000">
              <a:off x="-59296" y="2005177"/>
              <a:ext cx="5143851" cy="1133189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4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4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4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4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4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4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4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4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1" name="Google Shape;661;p44"/>
          <p:cNvGrpSpPr/>
          <p:nvPr/>
        </p:nvGrpSpPr>
        <p:grpSpPr>
          <a:xfrm rot="-5400000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662" name="Google Shape;662;p44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3" name="Google Shape;663;p44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664" name="Google Shape;664;p44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45"/>
          <p:cNvGrpSpPr/>
          <p:nvPr/>
        </p:nvGrpSpPr>
        <p:grpSpPr>
          <a:xfrm flipH="1">
            <a:off x="-18663" y="4014980"/>
            <a:ext cx="9181330" cy="1149629"/>
            <a:chOff x="-17463" y="-1061"/>
            <a:chExt cx="9181330" cy="1149629"/>
          </a:xfrm>
        </p:grpSpPr>
        <p:grpSp>
          <p:nvGrpSpPr>
            <p:cNvPr id="670" name="Google Shape;670;p45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671" name="Google Shape;671;p45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5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5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5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45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45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45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45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45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45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45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45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45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45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85" name="Google Shape;685;p45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7"/>
          <p:cNvSpPr txBox="1">
            <a:spLocks noGrp="1"/>
          </p:cNvSpPr>
          <p:nvPr>
            <p:ph type="ctrTitle"/>
          </p:nvPr>
        </p:nvSpPr>
        <p:spPr>
          <a:xfrm>
            <a:off x="3447100" y="1391250"/>
            <a:ext cx="44331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691" name="Google Shape;691;p47"/>
          <p:cNvSpPr txBox="1">
            <a:spLocks noGrp="1"/>
          </p:cNvSpPr>
          <p:nvPr>
            <p:ph type="subTitle" idx="1"/>
          </p:nvPr>
        </p:nvSpPr>
        <p:spPr>
          <a:xfrm>
            <a:off x="3447100" y="3647550"/>
            <a:ext cx="4433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92" name="Google Shape;692;p47"/>
          <p:cNvSpPr txBox="1">
            <a:spLocks noGrp="1"/>
          </p:cNvSpPr>
          <p:nvPr>
            <p:ph type="sldNum" idx="12"/>
          </p:nvPr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93" name="Google Shape;693;p47"/>
          <p:cNvGrpSpPr/>
          <p:nvPr/>
        </p:nvGrpSpPr>
        <p:grpSpPr>
          <a:xfrm>
            <a:off x="-1" y="-164"/>
            <a:ext cx="3115359" cy="5143851"/>
            <a:chOff x="-1" y="-164"/>
            <a:chExt cx="3115359" cy="5143851"/>
          </a:xfrm>
        </p:grpSpPr>
        <p:sp>
          <p:nvSpPr>
            <p:cNvPr id="694" name="Google Shape;694;p47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7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7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7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7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7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7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7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7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7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7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7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7"/>
            <p:cNvSpPr/>
            <p:nvPr/>
          </p:nvSpPr>
          <p:spPr>
            <a:xfrm rot="-5400000">
              <a:off x="1944090" y="1481907"/>
              <a:ext cx="1175328" cy="1167209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7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7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7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7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7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7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7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8"/>
          <p:cNvSpPr txBox="1">
            <a:spLocks noGrp="1"/>
          </p:cNvSpPr>
          <p:nvPr>
            <p:ph type="title"/>
          </p:nvPr>
        </p:nvSpPr>
        <p:spPr>
          <a:xfrm>
            <a:off x="2074225" y="2922963"/>
            <a:ext cx="4995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16" name="Google Shape;716;p48"/>
          <p:cNvSpPr txBox="1">
            <a:spLocks noGrp="1"/>
          </p:cNvSpPr>
          <p:nvPr>
            <p:ph type="title" idx="2" hasCustomPrompt="1"/>
          </p:nvPr>
        </p:nvSpPr>
        <p:spPr>
          <a:xfrm>
            <a:off x="2074150" y="1389063"/>
            <a:ext cx="1640700" cy="13626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17" name="Google Shape;717;p48"/>
          <p:cNvSpPr txBox="1">
            <a:spLocks noGrp="1"/>
          </p:cNvSpPr>
          <p:nvPr>
            <p:ph type="subTitle" idx="1"/>
          </p:nvPr>
        </p:nvSpPr>
        <p:spPr>
          <a:xfrm>
            <a:off x="2074225" y="3582888"/>
            <a:ext cx="4995600" cy="5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8" name="Google Shape;718;p48"/>
          <p:cNvSpPr txBox="1">
            <a:spLocks noGrp="1"/>
          </p:cNvSpPr>
          <p:nvPr>
            <p:ph type="sldNum" idx="12"/>
          </p:nvPr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19" name="Google Shape;719;p48"/>
          <p:cNvGrpSpPr/>
          <p:nvPr/>
        </p:nvGrpSpPr>
        <p:grpSpPr>
          <a:xfrm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720" name="Google Shape;720;p48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8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8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8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8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8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8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8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8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8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48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731" name="Google Shape;731;p48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2" name="Google Shape;732;p48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733" name="Google Shape;733;p48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48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48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8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21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739" name="Google Shape;739;p49"/>
          <p:cNvSpPr txBox="1">
            <a:spLocks noGrp="1"/>
          </p:cNvSpPr>
          <p:nvPr>
            <p:ph type="body" idx="1"/>
          </p:nvPr>
        </p:nvSpPr>
        <p:spPr>
          <a:xfrm>
            <a:off x="720000" y="1117025"/>
            <a:ext cx="72138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5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740" name="Google Shape;740;p49"/>
          <p:cNvGrpSpPr/>
          <p:nvPr/>
        </p:nvGrpSpPr>
        <p:grpSpPr>
          <a:xfrm rot="-5400000" flipH="1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741" name="Google Shape;741;p49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2" name="Google Shape;742;p49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743" name="Google Shape;743;p49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49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49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49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7" name="Google Shape;747;p49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0"/>
          <p:cNvSpPr txBox="1">
            <a:spLocks noGrp="1"/>
          </p:cNvSpPr>
          <p:nvPr>
            <p:ph type="subTitle" idx="1"/>
          </p:nvPr>
        </p:nvSpPr>
        <p:spPr>
          <a:xfrm>
            <a:off x="19606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0" name="Google Shape;750;p50"/>
          <p:cNvSpPr txBox="1">
            <a:spLocks noGrp="1"/>
          </p:cNvSpPr>
          <p:nvPr>
            <p:ph type="subTitle" idx="2"/>
          </p:nvPr>
        </p:nvSpPr>
        <p:spPr>
          <a:xfrm>
            <a:off x="52878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1" name="Google Shape;751;p50"/>
          <p:cNvSpPr txBox="1">
            <a:spLocks noGrp="1"/>
          </p:cNvSpPr>
          <p:nvPr>
            <p:ph type="subTitle" idx="3"/>
          </p:nvPr>
        </p:nvSpPr>
        <p:spPr>
          <a:xfrm>
            <a:off x="19606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2" name="Google Shape;752;p50"/>
          <p:cNvSpPr txBox="1">
            <a:spLocks noGrp="1"/>
          </p:cNvSpPr>
          <p:nvPr>
            <p:ph type="subTitle" idx="4"/>
          </p:nvPr>
        </p:nvSpPr>
        <p:spPr>
          <a:xfrm>
            <a:off x="52878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3" name="Google Shape;753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754" name="Google Shape;754;p50"/>
          <p:cNvGrpSpPr/>
          <p:nvPr/>
        </p:nvGrpSpPr>
        <p:grpSpPr>
          <a:xfrm rot="10800000" flipH="1">
            <a:off x="-5" y="-23"/>
            <a:ext cx="1539456" cy="5143534"/>
            <a:chOff x="7633570" y="-10"/>
            <a:chExt cx="1539456" cy="5143534"/>
          </a:xfrm>
        </p:grpSpPr>
        <p:sp>
          <p:nvSpPr>
            <p:cNvPr id="755" name="Google Shape;755;p50"/>
            <p:cNvSpPr/>
            <p:nvPr/>
          </p:nvSpPr>
          <p:spPr>
            <a:xfrm rot="5400000">
              <a:off x="7553559" y="94230"/>
              <a:ext cx="1713696" cy="152523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50"/>
            <p:cNvSpPr/>
            <p:nvPr/>
          </p:nvSpPr>
          <p:spPr>
            <a:xfrm rot="5400000">
              <a:off x="7545807" y="87753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50"/>
            <p:cNvSpPr/>
            <p:nvPr/>
          </p:nvSpPr>
          <p:spPr>
            <a:xfrm rot="5400000">
              <a:off x="7546450" y="1802029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50"/>
            <p:cNvSpPr/>
            <p:nvPr/>
          </p:nvSpPr>
          <p:spPr>
            <a:xfrm rot="5400000">
              <a:off x="7722635" y="1889788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50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50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50"/>
            <p:cNvSpPr/>
            <p:nvPr/>
          </p:nvSpPr>
          <p:spPr>
            <a:xfrm rot="5400000">
              <a:off x="7974874" y="2230436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50"/>
            <p:cNvSpPr/>
            <p:nvPr/>
          </p:nvSpPr>
          <p:spPr>
            <a:xfrm rot="5400000">
              <a:off x="7633586" y="990721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50"/>
            <p:cNvSpPr/>
            <p:nvPr/>
          </p:nvSpPr>
          <p:spPr>
            <a:xfrm rot="5400000">
              <a:off x="8013247" y="3935614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50"/>
            <p:cNvSpPr/>
            <p:nvPr/>
          </p:nvSpPr>
          <p:spPr>
            <a:xfrm rot="5400000">
              <a:off x="7974859" y="1373619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5" name="Google Shape;765;p50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1"/>
          <p:cNvSpPr txBox="1">
            <a:spLocks noGrp="1"/>
          </p:cNvSpPr>
          <p:nvPr>
            <p:ph type="title"/>
          </p:nvPr>
        </p:nvSpPr>
        <p:spPr>
          <a:xfrm>
            <a:off x="1924050" y="445025"/>
            <a:ext cx="6500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768" name="Google Shape;768;p51"/>
          <p:cNvGrpSpPr/>
          <p:nvPr/>
        </p:nvGrpSpPr>
        <p:grpSpPr>
          <a:xfrm>
            <a:off x="-9763" y="-17232"/>
            <a:ext cx="1542338" cy="5160073"/>
            <a:chOff x="7610237" y="2627"/>
            <a:chExt cx="1542338" cy="5160073"/>
          </a:xfrm>
        </p:grpSpPr>
        <p:sp>
          <p:nvSpPr>
            <p:cNvPr id="769" name="Google Shape;769;p51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51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51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51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51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51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51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51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51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51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51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51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5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51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51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5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51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6" name="Google Shape;786;p51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52"/>
          <p:cNvSpPr txBox="1">
            <a:spLocks noGrp="1"/>
          </p:cNvSpPr>
          <p:nvPr>
            <p:ph type="title"/>
          </p:nvPr>
        </p:nvSpPr>
        <p:spPr>
          <a:xfrm>
            <a:off x="3680150" y="1435075"/>
            <a:ext cx="4389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52"/>
          <p:cNvSpPr txBox="1">
            <a:spLocks noGrp="1"/>
          </p:cNvSpPr>
          <p:nvPr>
            <p:ph type="body" idx="1"/>
          </p:nvPr>
        </p:nvSpPr>
        <p:spPr>
          <a:xfrm>
            <a:off x="3680150" y="2007775"/>
            <a:ext cx="4389300" cy="231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790" name="Google Shape;790;p52"/>
          <p:cNvGrpSpPr/>
          <p:nvPr/>
        </p:nvGrpSpPr>
        <p:grpSpPr>
          <a:xfrm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791" name="Google Shape;791;p52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792" name="Google Shape;792;p52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52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52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52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52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52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52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52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52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52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52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52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52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52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06" name="Google Shape;806;p52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52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53"/>
          <p:cNvSpPr txBox="1">
            <a:spLocks noGrp="1"/>
          </p:cNvSpPr>
          <p:nvPr>
            <p:ph type="title"/>
          </p:nvPr>
        </p:nvSpPr>
        <p:spPr>
          <a:xfrm>
            <a:off x="2638975" y="1342825"/>
            <a:ext cx="5202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810" name="Google Shape;810;p53"/>
          <p:cNvGrpSpPr/>
          <p:nvPr/>
        </p:nvGrpSpPr>
        <p:grpSpPr>
          <a:xfrm>
            <a:off x="-1" y="-176"/>
            <a:ext cx="2068997" cy="5143863"/>
            <a:chOff x="-1" y="-176"/>
            <a:chExt cx="2068997" cy="5143863"/>
          </a:xfrm>
        </p:grpSpPr>
        <p:sp>
          <p:nvSpPr>
            <p:cNvPr id="811" name="Google Shape;811;p53"/>
            <p:cNvSpPr/>
            <p:nvPr/>
          </p:nvSpPr>
          <p:spPr>
            <a:xfrm rot="-5400000">
              <a:off x="-1629798" y="1629621"/>
              <a:ext cx="5143851" cy="1884256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53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3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3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53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53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3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3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3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3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53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3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3" name="Google Shape;823;p53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54"/>
          <p:cNvSpPr txBox="1">
            <a:spLocks noGrp="1"/>
          </p:cNvSpPr>
          <p:nvPr>
            <p:ph type="title"/>
          </p:nvPr>
        </p:nvSpPr>
        <p:spPr>
          <a:xfrm>
            <a:off x="1849175" y="1179150"/>
            <a:ext cx="35355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26" name="Google Shape;826;p54"/>
          <p:cNvSpPr txBox="1">
            <a:spLocks noGrp="1"/>
          </p:cNvSpPr>
          <p:nvPr>
            <p:ph type="subTitle" idx="1"/>
          </p:nvPr>
        </p:nvSpPr>
        <p:spPr>
          <a:xfrm>
            <a:off x="1849175" y="2860950"/>
            <a:ext cx="3535500" cy="11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27" name="Google Shape;827;p54"/>
          <p:cNvGrpSpPr/>
          <p:nvPr/>
        </p:nvGrpSpPr>
        <p:grpSpPr>
          <a:xfrm rot="10800000" flipH="1">
            <a:off x="-6888" y="-17232"/>
            <a:ext cx="1542338" cy="5160073"/>
            <a:chOff x="7610237" y="2627"/>
            <a:chExt cx="1542338" cy="5160073"/>
          </a:xfrm>
        </p:grpSpPr>
        <p:sp>
          <p:nvSpPr>
            <p:cNvPr id="828" name="Google Shape;828;p54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4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54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54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54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54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54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54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4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54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4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4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4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4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4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4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4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5" name="Google Shape;845;p54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5"/>
          <p:cNvSpPr txBox="1">
            <a:spLocks noGrp="1"/>
          </p:cNvSpPr>
          <p:nvPr>
            <p:ph type="title"/>
          </p:nvPr>
        </p:nvSpPr>
        <p:spPr>
          <a:xfrm>
            <a:off x="715100" y="1378725"/>
            <a:ext cx="3803400" cy="9483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848" name="Google Shape;848;p55"/>
          <p:cNvGrpSpPr/>
          <p:nvPr/>
        </p:nvGrpSpPr>
        <p:grpSpPr>
          <a:xfrm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849" name="Google Shape;849;p55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850" name="Google Shape;850;p55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55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55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55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55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55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55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55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55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55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55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55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55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55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64" name="Google Shape;864;p55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56"/>
          <p:cNvSpPr txBox="1">
            <a:spLocks noGrp="1"/>
          </p:cNvSpPr>
          <p:nvPr>
            <p:ph type="title" hasCustomPrompt="1"/>
          </p:nvPr>
        </p:nvSpPr>
        <p:spPr>
          <a:xfrm>
            <a:off x="2081125" y="1466663"/>
            <a:ext cx="2741400" cy="16770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67" name="Google Shape;867;p56"/>
          <p:cNvSpPr txBox="1">
            <a:spLocks noGrp="1"/>
          </p:cNvSpPr>
          <p:nvPr>
            <p:ph type="subTitle" idx="1"/>
          </p:nvPr>
        </p:nvSpPr>
        <p:spPr>
          <a:xfrm>
            <a:off x="2081125" y="3224950"/>
            <a:ext cx="4322100" cy="4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868" name="Google Shape;868;p56"/>
          <p:cNvGrpSpPr/>
          <p:nvPr/>
        </p:nvGrpSpPr>
        <p:grpSpPr>
          <a:xfrm flipH="1">
            <a:off x="-4160" y="-48"/>
            <a:ext cx="1549894" cy="5143534"/>
            <a:chOff x="-14598" y="-48"/>
            <a:chExt cx="1549894" cy="5143534"/>
          </a:xfrm>
        </p:grpSpPr>
        <p:sp>
          <p:nvSpPr>
            <p:cNvPr id="869" name="Google Shape;869;p56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56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56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56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56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56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56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56"/>
            <p:cNvSpPr/>
            <p:nvPr/>
          </p:nvSpPr>
          <p:spPr>
            <a:xfrm rot="5400000">
              <a:off x="-14598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56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56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9" name="Google Shape;879;p56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880" name="Google Shape;880;p56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1" name="Google Shape;881;p56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882" name="Google Shape;882;p56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56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56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56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86" name="Google Shape;886;p56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8"/>
          <p:cNvSpPr txBox="1">
            <a:spLocks noGrp="1"/>
          </p:cNvSpPr>
          <p:nvPr>
            <p:ph type="title" hasCustomPrompt="1"/>
          </p:nvPr>
        </p:nvSpPr>
        <p:spPr>
          <a:xfrm>
            <a:off x="715100" y="13736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0" name="Google Shape;890;p58"/>
          <p:cNvSpPr txBox="1">
            <a:spLocks noGrp="1"/>
          </p:cNvSpPr>
          <p:nvPr>
            <p:ph type="subTitle" idx="1"/>
          </p:nvPr>
        </p:nvSpPr>
        <p:spPr>
          <a:xfrm>
            <a:off x="16495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1" name="Google Shape;891;p58"/>
          <p:cNvSpPr txBox="1">
            <a:spLocks noGrp="1"/>
          </p:cNvSpPr>
          <p:nvPr>
            <p:ph type="title" idx="2" hasCustomPrompt="1"/>
          </p:nvPr>
        </p:nvSpPr>
        <p:spPr>
          <a:xfrm>
            <a:off x="4064600" y="1373650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2" name="Google Shape;892;p58"/>
          <p:cNvSpPr txBox="1">
            <a:spLocks noGrp="1"/>
          </p:cNvSpPr>
          <p:nvPr>
            <p:ph type="subTitle" idx="3"/>
          </p:nvPr>
        </p:nvSpPr>
        <p:spPr>
          <a:xfrm>
            <a:off x="49990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3" name="Google Shape;893;p58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4" name="Google Shape;894;p58"/>
          <p:cNvSpPr txBox="1">
            <a:spLocks noGrp="1"/>
          </p:cNvSpPr>
          <p:nvPr>
            <p:ph type="subTitle" idx="5"/>
          </p:nvPr>
        </p:nvSpPr>
        <p:spPr>
          <a:xfrm>
            <a:off x="16495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5" name="Google Shape;895;p58"/>
          <p:cNvSpPr txBox="1">
            <a:spLocks noGrp="1"/>
          </p:cNvSpPr>
          <p:nvPr>
            <p:ph type="title" idx="6" hasCustomPrompt="1"/>
          </p:nvPr>
        </p:nvSpPr>
        <p:spPr>
          <a:xfrm>
            <a:off x="40646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6" name="Google Shape;896;p58"/>
          <p:cNvSpPr txBox="1">
            <a:spLocks noGrp="1"/>
          </p:cNvSpPr>
          <p:nvPr>
            <p:ph type="subTitle" idx="7"/>
          </p:nvPr>
        </p:nvSpPr>
        <p:spPr>
          <a:xfrm>
            <a:off x="49990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58"/>
          <p:cNvSpPr txBox="1">
            <a:spLocks noGrp="1"/>
          </p:cNvSpPr>
          <p:nvPr>
            <p:ph type="sldNum" idx="12"/>
          </p:nvPr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8" name="Google Shape;898;p58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899" name="Google Shape;899;p58"/>
          <p:cNvSpPr txBox="1">
            <a:spLocks noGrp="1"/>
          </p:cNvSpPr>
          <p:nvPr>
            <p:ph type="subTitle" idx="9"/>
          </p:nvPr>
        </p:nvSpPr>
        <p:spPr>
          <a:xfrm>
            <a:off x="16446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0" name="Google Shape;900;p58"/>
          <p:cNvSpPr txBox="1">
            <a:spLocks noGrp="1"/>
          </p:cNvSpPr>
          <p:nvPr>
            <p:ph type="subTitle" idx="13"/>
          </p:nvPr>
        </p:nvSpPr>
        <p:spPr>
          <a:xfrm>
            <a:off x="49990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1" name="Google Shape;901;p58"/>
          <p:cNvSpPr txBox="1">
            <a:spLocks noGrp="1"/>
          </p:cNvSpPr>
          <p:nvPr>
            <p:ph type="subTitle" idx="14"/>
          </p:nvPr>
        </p:nvSpPr>
        <p:spPr>
          <a:xfrm>
            <a:off x="16446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2" name="Google Shape;902;p58"/>
          <p:cNvSpPr txBox="1">
            <a:spLocks noGrp="1"/>
          </p:cNvSpPr>
          <p:nvPr>
            <p:ph type="subTitle" idx="15"/>
          </p:nvPr>
        </p:nvSpPr>
        <p:spPr>
          <a:xfrm>
            <a:off x="49990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903" name="Google Shape;903;p58"/>
          <p:cNvGrpSpPr/>
          <p:nvPr/>
        </p:nvGrpSpPr>
        <p:grpSpPr>
          <a:xfrm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904" name="Google Shape;904;p58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58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58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58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8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8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58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58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8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58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8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58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58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58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58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58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58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9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6504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923" name="Google Shape;923;p59"/>
          <p:cNvGrpSpPr/>
          <p:nvPr/>
        </p:nvGrpSpPr>
        <p:grpSpPr>
          <a:xfrm>
            <a:off x="7594627" y="-48"/>
            <a:ext cx="1559299" cy="5143534"/>
            <a:chOff x="-14073" y="-48"/>
            <a:chExt cx="1559299" cy="5143534"/>
          </a:xfrm>
        </p:grpSpPr>
        <p:sp>
          <p:nvSpPr>
            <p:cNvPr id="924" name="Google Shape;924;p59"/>
            <p:cNvSpPr/>
            <p:nvPr/>
          </p:nvSpPr>
          <p:spPr>
            <a:xfrm rot="5400000">
              <a:off x="-8135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59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59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59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59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59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59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59"/>
            <p:cNvSpPr/>
            <p:nvPr/>
          </p:nvSpPr>
          <p:spPr>
            <a:xfrm rot="5400000">
              <a:off x="-1407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9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9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4" name="Google Shape;934;p59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937" name="Google Shape;937;p60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938" name="Google Shape;938;p60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9" name="Google Shape;939;p60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940" name="Google Shape;940;p60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60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60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60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44" name="Google Shape;944;p60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"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947" name="Google Shape;947;p61"/>
          <p:cNvGrpSpPr/>
          <p:nvPr/>
        </p:nvGrpSpPr>
        <p:grpSpPr>
          <a:xfrm>
            <a:off x="7670071" y="0"/>
            <a:ext cx="1473929" cy="5143556"/>
            <a:chOff x="7670071" y="0"/>
            <a:chExt cx="1473929" cy="5143556"/>
          </a:xfrm>
        </p:grpSpPr>
        <p:sp>
          <p:nvSpPr>
            <p:cNvPr id="948" name="Google Shape;948;p61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5"/>
                  </a:lnTo>
                  <a:lnTo>
                    <a:pt x="58405" y="524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61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58405" y="52445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61"/>
            <p:cNvSpPr/>
            <p:nvPr/>
          </p:nvSpPr>
          <p:spPr>
            <a:xfrm flipH="1">
              <a:off x="7971900" y="216850"/>
              <a:ext cx="877425" cy="877425"/>
            </a:xfrm>
            <a:custGeom>
              <a:avLst/>
              <a:gdLst/>
              <a:ahLst/>
              <a:cxnLst/>
              <a:rect l="l" t="t" r="r" b="b"/>
              <a:pathLst>
                <a:path w="35097" h="35097" extrusionOk="0">
                  <a:moveTo>
                    <a:pt x="31227" y="10543"/>
                  </a:moveTo>
                  <a:cubicBezTo>
                    <a:pt x="35097" y="18105"/>
                    <a:pt x="32117" y="27357"/>
                    <a:pt x="24555" y="31227"/>
                  </a:cubicBezTo>
                  <a:cubicBezTo>
                    <a:pt x="16993" y="35097"/>
                    <a:pt x="7741" y="32116"/>
                    <a:pt x="3871" y="24555"/>
                  </a:cubicBezTo>
                  <a:cubicBezTo>
                    <a:pt x="1" y="16993"/>
                    <a:pt x="2981" y="7741"/>
                    <a:pt x="10543" y="3871"/>
                  </a:cubicBezTo>
                  <a:cubicBezTo>
                    <a:pt x="18105" y="1"/>
                    <a:pt x="27357" y="2981"/>
                    <a:pt x="31227" y="105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61"/>
            <p:cNvSpPr/>
            <p:nvPr/>
          </p:nvSpPr>
          <p:spPr>
            <a:xfrm flipH="1">
              <a:off x="7902950" y="271350"/>
              <a:ext cx="794025" cy="640550"/>
            </a:xfrm>
            <a:custGeom>
              <a:avLst/>
              <a:gdLst/>
              <a:ahLst/>
              <a:cxnLst/>
              <a:rect l="l" t="t" r="r" b="b"/>
              <a:pathLst>
                <a:path w="31761" h="25622" extrusionOk="0">
                  <a:moveTo>
                    <a:pt x="11433" y="0"/>
                  </a:moveTo>
                  <a:cubicBezTo>
                    <a:pt x="7073" y="0"/>
                    <a:pt x="2937" y="1824"/>
                    <a:pt x="1" y="5116"/>
                  </a:cubicBezTo>
                  <a:lnTo>
                    <a:pt x="22909" y="25622"/>
                  </a:lnTo>
                  <a:cubicBezTo>
                    <a:pt x="31761" y="15747"/>
                    <a:pt x="24733" y="0"/>
                    <a:pt x="11433" y="0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61"/>
            <p:cNvSpPr/>
            <p:nvPr/>
          </p:nvSpPr>
          <p:spPr>
            <a:xfrm flipH="1">
              <a:off x="7760249" y="1311100"/>
              <a:ext cx="1380426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58405" y="52444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61"/>
            <p:cNvSpPr/>
            <p:nvPr/>
          </p:nvSpPr>
          <p:spPr>
            <a:xfrm flipH="1">
              <a:off x="8411150" y="1311100"/>
              <a:ext cx="729525" cy="1311125"/>
            </a:xfrm>
            <a:custGeom>
              <a:avLst/>
              <a:gdLst/>
              <a:ahLst/>
              <a:cxnLst/>
              <a:rect l="l" t="t" r="r" b="b"/>
              <a:pathLst>
                <a:path w="29181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29181" y="524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61"/>
            <p:cNvSpPr/>
            <p:nvPr/>
          </p:nvSpPr>
          <p:spPr>
            <a:xfrm flipH="1">
              <a:off x="7680525" y="1311100"/>
              <a:ext cx="730650" cy="1311125"/>
            </a:xfrm>
            <a:custGeom>
              <a:avLst/>
              <a:gdLst/>
              <a:ahLst/>
              <a:cxnLst/>
              <a:rect l="l" t="t" r="r" b="b"/>
              <a:pathLst>
                <a:path w="29226" h="52445" extrusionOk="0">
                  <a:moveTo>
                    <a:pt x="1" y="52444"/>
                  </a:moveTo>
                  <a:lnTo>
                    <a:pt x="29225" y="1"/>
                  </a:lnTo>
                  <a:lnTo>
                    <a:pt x="29225" y="5244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61"/>
            <p:cNvSpPr/>
            <p:nvPr/>
          </p:nvSpPr>
          <p:spPr>
            <a:xfrm flipH="1">
              <a:off x="8719175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61"/>
            <p:cNvSpPr/>
            <p:nvPr/>
          </p:nvSpPr>
          <p:spPr>
            <a:xfrm flipH="1">
              <a:off x="7670071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6859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6859" y="1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61"/>
            <p:cNvSpPr/>
            <p:nvPr/>
          </p:nvSpPr>
          <p:spPr>
            <a:xfrm flipH="1">
              <a:off x="7680525" y="1311100"/>
              <a:ext cx="1460150" cy="757325"/>
            </a:xfrm>
            <a:custGeom>
              <a:avLst/>
              <a:gdLst/>
              <a:ahLst/>
              <a:cxnLst/>
              <a:rect l="l" t="t" r="r" b="b"/>
              <a:pathLst>
                <a:path w="58406" h="30293" extrusionOk="0">
                  <a:moveTo>
                    <a:pt x="1" y="1"/>
                  </a:moveTo>
                  <a:lnTo>
                    <a:pt x="16859" y="30292"/>
                  </a:lnTo>
                  <a:lnTo>
                    <a:pt x="41547" y="30292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61"/>
            <p:cNvSpPr/>
            <p:nvPr/>
          </p:nvSpPr>
          <p:spPr>
            <a:xfrm flipH="1">
              <a:off x="7684348" y="2623385"/>
              <a:ext cx="1459104" cy="1316675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61"/>
            <p:cNvSpPr/>
            <p:nvPr/>
          </p:nvSpPr>
          <p:spPr>
            <a:xfrm flipH="1">
              <a:off x="7683801" y="2623385"/>
              <a:ext cx="1460199" cy="1316675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61"/>
            <p:cNvSpPr/>
            <p:nvPr/>
          </p:nvSpPr>
          <p:spPr>
            <a:xfrm flipH="1">
              <a:off x="7673375" y="3320635"/>
              <a:ext cx="616638" cy="619425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1" name="Google Shape;961;p61"/>
            <p:cNvGrpSpPr/>
            <p:nvPr/>
          </p:nvGrpSpPr>
          <p:grpSpPr>
            <a:xfrm flipH="1">
              <a:off x="7680608" y="3940050"/>
              <a:ext cx="1463392" cy="1203506"/>
              <a:chOff x="573525" y="4012581"/>
              <a:chExt cx="1463392" cy="1203506"/>
            </a:xfrm>
          </p:grpSpPr>
          <p:sp>
            <p:nvSpPr>
              <p:cNvPr id="962" name="Google Shape;962;p61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61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64" name="Google Shape;964;p61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2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967" name="Google Shape;967;p62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968" name="Google Shape;968;p62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62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62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62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62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62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62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62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62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2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62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62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62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62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62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62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62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5" name="Google Shape;985;p62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2_1_1_1"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63"/>
          <p:cNvSpPr txBox="1">
            <a:spLocks noGrp="1"/>
          </p:cNvSpPr>
          <p:nvPr>
            <p:ph type="title"/>
          </p:nvPr>
        </p:nvSpPr>
        <p:spPr>
          <a:xfrm>
            <a:off x="1530300" y="445025"/>
            <a:ext cx="6893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988" name="Google Shape;988;p63"/>
          <p:cNvGrpSpPr/>
          <p:nvPr/>
        </p:nvGrpSpPr>
        <p:grpSpPr>
          <a:xfrm rot="-5400000">
            <a:off x="-2053228" y="2043293"/>
            <a:ext cx="5173395" cy="1066931"/>
            <a:chOff x="3970605" y="1540"/>
            <a:chExt cx="5173395" cy="1066931"/>
          </a:xfrm>
        </p:grpSpPr>
        <p:sp>
          <p:nvSpPr>
            <p:cNvPr id="989" name="Google Shape;989;p63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0" name="Google Shape;990;p63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991" name="Google Shape;991;p63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63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63"/>
              <p:cNvSpPr/>
              <p:nvPr/>
            </p:nvSpPr>
            <p:spPr>
              <a:xfrm rot="10800000"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63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95" name="Google Shape;995;p63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2_1_1_1_1"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64"/>
          <p:cNvSpPr txBox="1">
            <a:spLocks noGrp="1"/>
          </p:cNvSpPr>
          <p:nvPr>
            <p:ph type="title"/>
          </p:nvPr>
        </p:nvSpPr>
        <p:spPr>
          <a:xfrm>
            <a:off x="1757375" y="445025"/>
            <a:ext cx="6666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998" name="Google Shape;998;p64"/>
          <p:cNvGrpSpPr/>
          <p:nvPr/>
        </p:nvGrpSpPr>
        <p:grpSpPr>
          <a:xfrm flipH="1">
            <a:off x="-16637" y="0"/>
            <a:ext cx="1463475" cy="5143556"/>
            <a:chOff x="7680525" y="0"/>
            <a:chExt cx="1463475" cy="5143556"/>
          </a:xfrm>
        </p:grpSpPr>
        <p:grpSp>
          <p:nvGrpSpPr>
            <p:cNvPr id="999" name="Google Shape;999;p64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1000" name="Google Shape;1000;p64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64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64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64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64"/>
              <p:cNvSpPr/>
              <p:nvPr/>
            </p:nvSpPr>
            <p:spPr>
              <a:xfrm>
                <a:off x="4025675" y="1517100"/>
                <a:ext cx="1459128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64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64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64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64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64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64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64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64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3" name="Google Shape;1013;p64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1014" name="Google Shape;1014;p64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64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16" name="Google Shape;1016;p64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2_1_1_1_1_1"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65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019" name="Google Shape;1019;p65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66"/>
          <p:cNvSpPr txBox="1">
            <a:spLocks noGrp="1"/>
          </p:cNvSpPr>
          <p:nvPr>
            <p:ph type="title"/>
          </p:nvPr>
        </p:nvSpPr>
        <p:spPr>
          <a:xfrm>
            <a:off x="2614075" y="308745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22" name="Google Shape;1022;p66"/>
          <p:cNvSpPr txBox="1">
            <a:spLocks noGrp="1"/>
          </p:cNvSpPr>
          <p:nvPr>
            <p:ph type="subTitle" idx="1"/>
          </p:nvPr>
        </p:nvSpPr>
        <p:spPr>
          <a:xfrm>
            <a:off x="2614075" y="1524150"/>
            <a:ext cx="5790300" cy="15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23" name="Google Shape;1023;p66"/>
          <p:cNvSpPr/>
          <p:nvPr/>
        </p:nvSpPr>
        <p:spPr>
          <a:xfrm rot="-5400000">
            <a:off x="-91280" y="3516910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0" y="0"/>
                </a:moveTo>
                <a:lnTo>
                  <a:pt x="58627" y="0"/>
                </a:lnTo>
                <a:lnTo>
                  <a:pt x="58627" y="52666"/>
                </a:lnTo>
                <a:lnTo>
                  <a:pt x="0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66"/>
          <p:cNvSpPr/>
          <p:nvPr/>
        </p:nvSpPr>
        <p:spPr>
          <a:xfrm rot="-5400000">
            <a:off x="-91923" y="3516267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58672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66"/>
          <p:cNvSpPr/>
          <p:nvPr/>
        </p:nvSpPr>
        <p:spPr>
          <a:xfrm rot="-5400000">
            <a:off x="-91280" y="1801991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1" y="0"/>
                </a:moveTo>
                <a:lnTo>
                  <a:pt x="1" y="52666"/>
                </a:lnTo>
                <a:lnTo>
                  <a:pt x="58627" y="52666"/>
                </a:lnTo>
                <a:lnTo>
                  <a:pt x="5862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66"/>
          <p:cNvSpPr/>
          <p:nvPr/>
        </p:nvSpPr>
        <p:spPr>
          <a:xfrm rot="-5400000">
            <a:off x="83587" y="1889758"/>
            <a:ext cx="1362644" cy="1363930"/>
          </a:xfrm>
          <a:custGeom>
            <a:avLst/>
            <a:gdLst/>
            <a:ahLst/>
            <a:cxnLst/>
            <a:rect l="l" t="t" r="r" b="b"/>
            <a:pathLst>
              <a:path w="46618" h="46662" extrusionOk="0">
                <a:moveTo>
                  <a:pt x="28914" y="3114"/>
                </a:moveTo>
                <a:cubicBezTo>
                  <a:pt x="40079" y="6184"/>
                  <a:pt x="46617" y="17749"/>
                  <a:pt x="43504" y="28958"/>
                </a:cubicBezTo>
                <a:cubicBezTo>
                  <a:pt x="40434" y="40123"/>
                  <a:pt x="28869" y="46662"/>
                  <a:pt x="17704" y="43548"/>
                </a:cubicBezTo>
                <a:cubicBezTo>
                  <a:pt x="6539" y="40479"/>
                  <a:pt x="1" y="28914"/>
                  <a:pt x="3070" y="17749"/>
                </a:cubicBezTo>
                <a:cubicBezTo>
                  <a:pt x="6184" y="6584"/>
                  <a:pt x="17749" y="1"/>
                  <a:pt x="28914" y="3114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66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66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0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66"/>
          <p:cNvSpPr/>
          <p:nvPr/>
        </p:nvSpPr>
        <p:spPr>
          <a:xfrm rot="-5400000">
            <a:off x="332160" y="1368624"/>
            <a:ext cx="856848" cy="1539456"/>
          </a:xfrm>
          <a:custGeom>
            <a:avLst/>
            <a:gdLst/>
            <a:ahLst/>
            <a:cxnLst/>
            <a:rect l="l" t="t" r="r" b="b"/>
            <a:pathLst>
              <a:path w="29314" h="52667" extrusionOk="0">
                <a:moveTo>
                  <a:pt x="29313" y="0"/>
                </a:moveTo>
                <a:lnTo>
                  <a:pt x="0" y="26333"/>
                </a:lnTo>
                <a:lnTo>
                  <a:pt x="29313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66"/>
          <p:cNvSpPr/>
          <p:nvPr/>
        </p:nvSpPr>
        <p:spPr>
          <a:xfrm rot="-5400000">
            <a:off x="821503" y="3428524"/>
            <a:ext cx="724232" cy="724232"/>
          </a:xfrm>
          <a:custGeom>
            <a:avLst/>
            <a:gdLst/>
            <a:ahLst/>
            <a:cxnLst/>
            <a:rect l="l" t="t" r="r" b="b"/>
            <a:pathLst>
              <a:path w="24777" h="24777" extrusionOk="0">
                <a:moveTo>
                  <a:pt x="24777" y="0"/>
                </a:moveTo>
                <a:cubicBezTo>
                  <a:pt x="11076" y="0"/>
                  <a:pt x="0" y="11076"/>
                  <a:pt x="0" y="24776"/>
                </a:cubicBezTo>
                <a:lnTo>
                  <a:pt x="24777" y="24776"/>
                </a:lnTo>
                <a:lnTo>
                  <a:pt x="2477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66"/>
          <p:cNvSpPr/>
          <p:nvPr/>
        </p:nvSpPr>
        <p:spPr>
          <a:xfrm rot="-5400000">
            <a:off x="374185" y="507044"/>
            <a:ext cx="781435" cy="700818"/>
          </a:xfrm>
          <a:custGeom>
            <a:avLst/>
            <a:gdLst/>
            <a:ahLst/>
            <a:cxnLst/>
            <a:rect l="l" t="t" r="r" b="b"/>
            <a:pathLst>
              <a:path w="26734" h="23976" extrusionOk="0">
                <a:moveTo>
                  <a:pt x="0" y="0"/>
                </a:moveTo>
                <a:lnTo>
                  <a:pt x="26734" y="0"/>
                </a:lnTo>
                <a:lnTo>
                  <a:pt x="26734" y="23976"/>
                </a:lnTo>
                <a:lnTo>
                  <a:pt x="0" y="2397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66"/>
          <p:cNvSpPr/>
          <p:nvPr/>
        </p:nvSpPr>
        <p:spPr>
          <a:xfrm rot="-5400000">
            <a:off x="332145" y="2231917"/>
            <a:ext cx="856877" cy="1539456"/>
          </a:xfrm>
          <a:custGeom>
            <a:avLst/>
            <a:gdLst/>
            <a:ahLst/>
            <a:cxnLst/>
            <a:rect l="l" t="t" r="r" b="b"/>
            <a:pathLst>
              <a:path w="29315" h="52667" extrusionOk="0">
                <a:moveTo>
                  <a:pt x="1" y="0"/>
                </a:moveTo>
                <a:lnTo>
                  <a:pt x="1" y="52666"/>
                </a:lnTo>
                <a:lnTo>
                  <a:pt x="29314" y="26333"/>
                </a:lnTo>
                <a:lnTo>
                  <a:pt x="1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66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67"/>
          <p:cNvSpPr txBox="1">
            <a:spLocks noGrp="1"/>
          </p:cNvSpPr>
          <p:nvPr>
            <p:ph type="subTitle" idx="1"/>
          </p:nvPr>
        </p:nvSpPr>
        <p:spPr>
          <a:xfrm>
            <a:off x="720000" y="2647200"/>
            <a:ext cx="2907600" cy="10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6" name="Google Shape;1036;p67"/>
          <p:cNvSpPr txBox="1">
            <a:spLocks noGrp="1"/>
          </p:cNvSpPr>
          <p:nvPr>
            <p:ph type="title"/>
          </p:nvPr>
        </p:nvSpPr>
        <p:spPr>
          <a:xfrm>
            <a:off x="720000" y="2116888"/>
            <a:ext cx="326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037" name="Google Shape;1037;p67"/>
          <p:cNvGrpSpPr/>
          <p:nvPr/>
        </p:nvGrpSpPr>
        <p:grpSpPr>
          <a:xfrm rot="10800000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1038" name="Google Shape;1038;p67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1039" name="Google Shape;1039;p67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67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67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67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67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67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67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67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67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67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67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67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67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67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3" name="Google Shape;1053;p67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4" name="Google Shape;1054;p67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6" name="Google Shape;1056;p68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1057" name="Google Shape;1057;p68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68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68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68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68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68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68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68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68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68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68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68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68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68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68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68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68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4" name="Google Shape;1074;p68"/>
          <p:cNvSpPr txBox="1">
            <a:spLocks noGrp="1"/>
          </p:cNvSpPr>
          <p:nvPr>
            <p:ph type="subTitle" idx="1"/>
          </p:nvPr>
        </p:nvSpPr>
        <p:spPr>
          <a:xfrm>
            <a:off x="720000" y="1182900"/>
            <a:ext cx="6578100" cy="33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75" name="Google Shape;1075;p6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578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076" name="Google Shape;1076;p68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69"/>
          <p:cNvSpPr txBox="1">
            <a:spLocks noGrp="1"/>
          </p:cNvSpPr>
          <p:nvPr>
            <p:ph type="subTitle" idx="1"/>
          </p:nvPr>
        </p:nvSpPr>
        <p:spPr>
          <a:xfrm>
            <a:off x="719988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79" name="Google Shape;1079;p69"/>
          <p:cNvSpPr txBox="1">
            <a:spLocks noGrp="1"/>
          </p:cNvSpPr>
          <p:nvPr>
            <p:ph type="subTitle" idx="2"/>
          </p:nvPr>
        </p:nvSpPr>
        <p:spPr>
          <a:xfrm>
            <a:off x="4374813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80" name="Google Shape;1080;p69"/>
          <p:cNvSpPr txBox="1">
            <a:spLocks noGrp="1"/>
          </p:cNvSpPr>
          <p:nvPr>
            <p:ph type="subTitle" idx="3"/>
          </p:nvPr>
        </p:nvSpPr>
        <p:spPr>
          <a:xfrm>
            <a:off x="719988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1" name="Google Shape;1081;p69"/>
          <p:cNvSpPr txBox="1">
            <a:spLocks noGrp="1"/>
          </p:cNvSpPr>
          <p:nvPr>
            <p:ph type="subTitle" idx="4"/>
          </p:nvPr>
        </p:nvSpPr>
        <p:spPr>
          <a:xfrm>
            <a:off x="4374813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2" name="Google Shape;1082;p6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083" name="Google Shape;1083;p69"/>
          <p:cNvGrpSpPr/>
          <p:nvPr/>
        </p:nvGrpSpPr>
        <p:grpSpPr>
          <a:xfrm flipH="1">
            <a:off x="7601662" y="-8302"/>
            <a:ext cx="1542338" cy="5160073"/>
            <a:chOff x="7610237" y="2627"/>
            <a:chExt cx="1542338" cy="5160073"/>
          </a:xfrm>
        </p:grpSpPr>
        <p:sp>
          <p:nvSpPr>
            <p:cNvPr id="1084" name="Google Shape;1084;p69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69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69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69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69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69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69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69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69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69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69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69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6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69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69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6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69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1" name="Google Shape;1101;p69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70"/>
          <p:cNvSpPr txBox="1">
            <a:spLocks noGrp="1"/>
          </p:cNvSpPr>
          <p:nvPr>
            <p:ph type="subTitle" idx="1"/>
          </p:nvPr>
        </p:nvSpPr>
        <p:spPr>
          <a:xfrm>
            <a:off x="1703000" y="11865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4" name="Google Shape;1104;p70"/>
          <p:cNvSpPr txBox="1">
            <a:spLocks noGrp="1"/>
          </p:cNvSpPr>
          <p:nvPr>
            <p:ph type="subTitle" idx="2"/>
          </p:nvPr>
        </p:nvSpPr>
        <p:spPr>
          <a:xfrm>
            <a:off x="1703000" y="16319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5" name="Google Shape;1105;p70"/>
          <p:cNvSpPr txBox="1">
            <a:spLocks noGrp="1"/>
          </p:cNvSpPr>
          <p:nvPr>
            <p:ph type="subTitle" idx="3"/>
          </p:nvPr>
        </p:nvSpPr>
        <p:spPr>
          <a:xfrm>
            <a:off x="1703000" y="27403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6" name="Google Shape;1106;p70"/>
          <p:cNvSpPr txBox="1">
            <a:spLocks noGrp="1"/>
          </p:cNvSpPr>
          <p:nvPr>
            <p:ph type="subTitle" idx="4"/>
          </p:nvPr>
        </p:nvSpPr>
        <p:spPr>
          <a:xfrm>
            <a:off x="1703000" y="38487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7" name="Google Shape;1107;p7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108" name="Google Shape;1108;p70"/>
          <p:cNvSpPr txBox="1">
            <a:spLocks noGrp="1"/>
          </p:cNvSpPr>
          <p:nvPr>
            <p:ph type="subTitle" idx="5"/>
          </p:nvPr>
        </p:nvSpPr>
        <p:spPr>
          <a:xfrm>
            <a:off x="1703000" y="22949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9" name="Google Shape;1109;p70"/>
          <p:cNvSpPr txBox="1">
            <a:spLocks noGrp="1"/>
          </p:cNvSpPr>
          <p:nvPr>
            <p:ph type="subTitle" idx="6"/>
          </p:nvPr>
        </p:nvSpPr>
        <p:spPr>
          <a:xfrm>
            <a:off x="1703000" y="34033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110" name="Google Shape;1110;p70"/>
          <p:cNvGrpSpPr/>
          <p:nvPr/>
        </p:nvGrpSpPr>
        <p:grpSpPr>
          <a:xfrm rot="10800000"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1111" name="Google Shape;1111;p70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70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70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70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70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70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70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70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70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70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70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70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7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70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70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7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70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8" name="Google Shape;1128;p70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71"/>
          <p:cNvSpPr txBox="1">
            <a:spLocks noGrp="1"/>
          </p:cNvSpPr>
          <p:nvPr>
            <p:ph type="subTitle" idx="1"/>
          </p:nvPr>
        </p:nvSpPr>
        <p:spPr>
          <a:xfrm>
            <a:off x="1523550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1" name="Google Shape;1131;p71"/>
          <p:cNvSpPr txBox="1">
            <a:spLocks noGrp="1"/>
          </p:cNvSpPr>
          <p:nvPr>
            <p:ph type="subTitle" idx="2"/>
          </p:nvPr>
        </p:nvSpPr>
        <p:spPr>
          <a:xfrm>
            <a:off x="15235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2" name="Google Shape;1132;p71"/>
          <p:cNvSpPr txBox="1">
            <a:spLocks noGrp="1"/>
          </p:cNvSpPr>
          <p:nvPr>
            <p:ph type="subTitle" idx="3"/>
          </p:nvPr>
        </p:nvSpPr>
        <p:spPr>
          <a:xfrm>
            <a:off x="49280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3" name="Google Shape;1133;p71"/>
          <p:cNvSpPr txBox="1">
            <a:spLocks noGrp="1"/>
          </p:cNvSpPr>
          <p:nvPr>
            <p:ph type="subTitle" idx="4"/>
          </p:nvPr>
        </p:nvSpPr>
        <p:spPr>
          <a:xfrm>
            <a:off x="15235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4" name="Google Shape;1134;p71"/>
          <p:cNvSpPr txBox="1">
            <a:spLocks noGrp="1"/>
          </p:cNvSpPr>
          <p:nvPr>
            <p:ph type="subTitle" idx="5"/>
          </p:nvPr>
        </p:nvSpPr>
        <p:spPr>
          <a:xfrm>
            <a:off x="49280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5" name="Google Shape;1135;p7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136" name="Google Shape;1136;p71"/>
          <p:cNvSpPr txBox="1">
            <a:spLocks noGrp="1"/>
          </p:cNvSpPr>
          <p:nvPr>
            <p:ph type="subTitle" idx="6"/>
          </p:nvPr>
        </p:nvSpPr>
        <p:spPr>
          <a:xfrm>
            <a:off x="1523550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7" name="Google Shape;1137;p71"/>
          <p:cNvSpPr txBox="1">
            <a:spLocks noGrp="1"/>
          </p:cNvSpPr>
          <p:nvPr>
            <p:ph type="subTitle" idx="7"/>
          </p:nvPr>
        </p:nvSpPr>
        <p:spPr>
          <a:xfrm>
            <a:off x="4928048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8" name="Google Shape;1138;p71"/>
          <p:cNvSpPr txBox="1">
            <a:spLocks noGrp="1"/>
          </p:cNvSpPr>
          <p:nvPr>
            <p:ph type="subTitle" idx="8"/>
          </p:nvPr>
        </p:nvSpPr>
        <p:spPr>
          <a:xfrm>
            <a:off x="4928048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139" name="Google Shape;1139;p71"/>
          <p:cNvGrpSpPr/>
          <p:nvPr/>
        </p:nvGrpSpPr>
        <p:grpSpPr>
          <a:xfrm>
            <a:off x="7680525" y="0"/>
            <a:ext cx="1463475" cy="5143556"/>
            <a:chOff x="7680525" y="0"/>
            <a:chExt cx="1463475" cy="5143556"/>
          </a:xfrm>
        </p:grpSpPr>
        <p:grpSp>
          <p:nvGrpSpPr>
            <p:cNvPr id="1140" name="Google Shape;1140;p71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1141" name="Google Shape;1141;p71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71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71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71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71"/>
              <p:cNvSpPr/>
              <p:nvPr/>
            </p:nvSpPr>
            <p:spPr>
              <a:xfrm>
                <a:off x="4025675" y="15171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71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71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71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71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71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71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71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71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4" name="Google Shape;1154;p71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1155" name="Google Shape;1155;p71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71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57" name="Google Shape;1157;p71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72"/>
          <p:cNvSpPr txBox="1">
            <a:spLocks noGrp="1"/>
          </p:cNvSpPr>
          <p:nvPr>
            <p:ph type="subTitle" idx="1"/>
          </p:nvPr>
        </p:nvSpPr>
        <p:spPr>
          <a:xfrm>
            <a:off x="720000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0" name="Google Shape;1160;p72"/>
          <p:cNvSpPr txBox="1">
            <a:spLocks noGrp="1"/>
          </p:cNvSpPr>
          <p:nvPr>
            <p:ph type="subTitle" idx="2"/>
          </p:nvPr>
        </p:nvSpPr>
        <p:spPr>
          <a:xfrm>
            <a:off x="7200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1" name="Google Shape;1161;p72"/>
          <p:cNvSpPr txBox="1">
            <a:spLocks noGrp="1"/>
          </p:cNvSpPr>
          <p:nvPr>
            <p:ph type="subTitle" idx="3"/>
          </p:nvPr>
        </p:nvSpPr>
        <p:spPr>
          <a:xfrm>
            <a:off x="41245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2" name="Google Shape;1162;p72"/>
          <p:cNvSpPr txBox="1">
            <a:spLocks noGrp="1"/>
          </p:cNvSpPr>
          <p:nvPr>
            <p:ph type="subTitle" idx="4"/>
          </p:nvPr>
        </p:nvSpPr>
        <p:spPr>
          <a:xfrm>
            <a:off x="7200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3" name="Google Shape;1163;p72"/>
          <p:cNvSpPr txBox="1">
            <a:spLocks noGrp="1"/>
          </p:cNvSpPr>
          <p:nvPr>
            <p:ph type="subTitle" idx="5"/>
          </p:nvPr>
        </p:nvSpPr>
        <p:spPr>
          <a:xfrm>
            <a:off x="41245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4" name="Google Shape;1164;p7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165" name="Google Shape;1165;p72"/>
          <p:cNvSpPr txBox="1">
            <a:spLocks noGrp="1"/>
          </p:cNvSpPr>
          <p:nvPr>
            <p:ph type="subTitle" idx="6"/>
          </p:nvPr>
        </p:nvSpPr>
        <p:spPr>
          <a:xfrm>
            <a:off x="720000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6" name="Google Shape;1166;p72"/>
          <p:cNvSpPr txBox="1">
            <a:spLocks noGrp="1"/>
          </p:cNvSpPr>
          <p:nvPr>
            <p:ph type="subTitle" idx="7"/>
          </p:nvPr>
        </p:nvSpPr>
        <p:spPr>
          <a:xfrm>
            <a:off x="4124498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7" name="Google Shape;1167;p72"/>
          <p:cNvSpPr txBox="1">
            <a:spLocks noGrp="1"/>
          </p:cNvSpPr>
          <p:nvPr>
            <p:ph type="subTitle" idx="8"/>
          </p:nvPr>
        </p:nvSpPr>
        <p:spPr>
          <a:xfrm>
            <a:off x="4124498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168" name="Google Shape;1168;p72"/>
          <p:cNvGrpSpPr/>
          <p:nvPr/>
        </p:nvGrpSpPr>
        <p:grpSpPr>
          <a:xfrm flipH="1">
            <a:off x="7604540" y="-48"/>
            <a:ext cx="1539456" cy="5143534"/>
            <a:chOff x="-4160" y="-48"/>
            <a:chExt cx="1539456" cy="5143534"/>
          </a:xfrm>
        </p:grpSpPr>
        <p:sp>
          <p:nvSpPr>
            <p:cNvPr id="1169" name="Google Shape;1169;p72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72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72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72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72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72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72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72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72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72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9" name="Google Shape;1179;p72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7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182" name="Google Shape;1182;p73"/>
          <p:cNvSpPr txBox="1">
            <a:spLocks noGrp="1"/>
          </p:cNvSpPr>
          <p:nvPr>
            <p:ph type="subTitle" idx="1"/>
          </p:nvPr>
        </p:nvSpPr>
        <p:spPr>
          <a:xfrm>
            <a:off x="897848" y="2299001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3" name="Google Shape;1183;p73"/>
          <p:cNvSpPr txBox="1">
            <a:spLocks noGrp="1"/>
          </p:cNvSpPr>
          <p:nvPr>
            <p:ph type="subTitle" idx="2"/>
          </p:nvPr>
        </p:nvSpPr>
        <p:spPr>
          <a:xfrm>
            <a:off x="2965075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4" name="Google Shape;1184;p73"/>
          <p:cNvSpPr txBox="1">
            <a:spLocks noGrp="1"/>
          </p:cNvSpPr>
          <p:nvPr>
            <p:ph type="subTitle" idx="3"/>
          </p:nvPr>
        </p:nvSpPr>
        <p:spPr>
          <a:xfrm>
            <a:off x="5036500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5" name="Google Shape;1185;p73"/>
          <p:cNvSpPr txBox="1">
            <a:spLocks noGrp="1"/>
          </p:cNvSpPr>
          <p:nvPr>
            <p:ph type="subTitle" idx="4"/>
          </p:nvPr>
        </p:nvSpPr>
        <p:spPr>
          <a:xfrm>
            <a:off x="897848" y="4123692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6" name="Google Shape;1186;p73"/>
          <p:cNvSpPr txBox="1">
            <a:spLocks noGrp="1"/>
          </p:cNvSpPr>
          <p:nvPr>
            <p:ph type="subTitle" idx="5"/>
          </p:nvPr>
        </p:nvSpPr>
        <p:spPr>
          <a:xfrm>
            <a:off x="2965075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7" name="Google Shape;1187;p73"/>
          <p:cNvSpPr txBox="1">
            <a:spLocks noGrp="1"/>
          </p:cNvSpPr>
          <p:nvPr>
            <p:ph type="subTitle" idx="6"/>
          </p:nvPr>
        </p:nvSpPr>
        <p:spPr>
          <a:xfrm>
            <a:off x="5036500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8" name="Google Shape;1188;p73"/>
          <p:cNvSpPr txBox="1">
            <a:spLocks noGrp="1"/>
          </p:cNvSpPr>
          <p:nvPr>
            <p:ph type="subTitle" idx="7"/>
          </p:nvPr>
        </p:nvSpPr>
        <p:spPr>
          <a:xfrm>
            <a:off x="893700" y="1863675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9" name="Google Shape;1189;p73"/>
          <p:cNvSpPr txBox="1">
            <a:spLocks noGrp="1"/>
          </p:cNvSpPr>
          <p:nvPr>
            <p:ph type="subTitle" idx="8"/>
          </p:nvPr>
        </p:nvSpPr>
        <p:spPr>
          <a:xfrm>
            <a:off x="2965075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0" name="Google Shape;1190;p73"/>
          <p:cNvSpPr txBox="1">
            <a:spLocks noGrp="1"/>
          </p:cNvSpPr>
          <p:nvPr>
            <p:ph type="subTitle" idx="9"/>
          </p:nvPr>
        </p:nvSpPr>
        <p:spPr>
          <a:xfrm>
            <a:off x="5040657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1" name="Google Shape;1191;p73"/>
          <p:cNvSpPr txBox="1">
            <a:spLocks noGrp="1"/>
          </p:cNvSpPr>
          <p:nvPr>
            <p:ph type="subTitle" idx="13"/>
          </p:nvPr>
        </p:nvSpPr>
        <p:spPr>
          <a:xfrm>
            <a:off x="893700" y="3683823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2" name="Google Shape;1192;p73"/>
          <p:cNvSpPr txBox="1">
            <a:spLocks noGrp="1"/>
          </p:cNvSpPr>
          <p:nvPr>
            <p:ph type="subTitle" idx="14"/>
          </p:nvPr>
        </p:nvSpPr>
        <p:spPr>
          <a:xfrm>
            <a:off x="2965075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93" name="Google Shape;1193;p73"/>
          <p:cNvSpPr txBox="1">
            <a:spLocks noGrp="1"/>
          </p:cNvSpPr>
          <p:nvPr>
            <p:ph type="subTitle" idx="15"/>
          </p:nvPr>
        </p:nvSpPr>
        <p:spPr>
          <a:xfrm>
            <a:off x="5040657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194" name="Google Shape;1194;p73"/>
          <p:cNvGrpSpPr/>
          <p:nvPr/>
        </p:nvGrpSpPr>
        <p:grpSpPr>
          <a:xfrm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1195" name="Google Shape;1195;p73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73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73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73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73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73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73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73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73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73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73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73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73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73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73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73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73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2" name="Google Shape;1212;p73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74"/>
          <p:cNvSpPr txBox="1">
            <a:spLocks noGrp="1"/>
          </p:cNvSpPr>
          <p:nvPr>
            <p:ph type="title" hasCustomPrompt="1"/>
          </p:nvPr>
        </p:nvSpPr>
        <p:spPr>
          <a:xfrm>
            <a:off x="92930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15" name="Google Shape;1215;p74"/>
          <p:cNvSpPr txBox="1">
            <a:spLocks noGrp="1"/>
          </p:cNvSpPr>
          <p:nvPr>
            <p:ph type="subTitle" idx="1"/>
          </p:nvPr>
        </p:nvSpPr>
        <p:spPr>
          <a:xfrm>
            <a:off x="72735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6" name="Google Shape;1216;p74"/>
          <p:cNvSpPr txBox="1">
            <a:spLocks noGrp="1"/>
          </p:cNvSpPr>
          <p:nvPr>
            <p:ph type="title" idx="2" hasCustomPrompt="1"/>
          </p:nvPr>
        </p:nvSpPr>
        <p:spPr>
          <a:xfrm>
            <a:off x="3721975" y="2137388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17" name="Google Shape;1217;p74"/>
          <p:cNvSpPr txBox="1">
            <a:spLocks noGrp="1"/>
          </p:cNvSpPr>
          <p:nvPr>
            <p:ph type="subTitle" idx="3"/>
          </p:nvPr>
        </p:nvSpPr>
        <p:spPr>
          <a:xfrm>
            <a:off x="3520025" y="3176463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8" name="Google Shape;1218;p74"/>
          <p:cNvSpPr txBox="1">
            <a:spLocks noGrp="1"/>
          </p:cNvSpPr>
          <p:nvPr>
            <p:ph type="title" idx="4" hasCustomPrompt="1"/>
          </p:nvPr>
        </p:nvSpPr>
        <p:spPr>
          <a:xfrm>
            <a:off x="651465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19" name="Google Shape;1219;p74"/>
          <p:cNvSpPr txBox="1">
            <a:spLocks noGrp="1"/>
          </p:cNvSpPr>
          <p:nvPr>
            <p:ph type="subTitle" idx="5"/>
          </p:nvPr>
        </p:nvSpPr>
        <p:spPr>
          <a:xfrm>
            <a:off x="631270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20" name="Google Shape;1220;p74"/>
          <p:cNvGrpSpPr/>
          <p:nvPr/>
        </p:nvGrpSpPr>
        <p:grpSpPr>
          <a:xfrm rot="10800000"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1221" name="Google Shape;1221;p74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1222" name="Google Shape;1222;p74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74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74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74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74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74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74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74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74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74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74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74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74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74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36" name="Google Shape;1236;p74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7" name="Google Shape;1237;p74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75"/>
          <p:cNvSpPr txBox="1">
            <a:spLocks noGrp="1"/>
          </p:cNvSpPr>
          <p:nvPr>
            <p:ph type="title" hasCustomPrompt="1"/>
          </p:nvPr>
        </p:nvSpPr>
        <p:spPr>
          <a:xfrm>
            <a:off x="3101163" y="1409791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40" name="Google Shape;1240;p75"/>
          <p:cNvSpPr txBox="1">
            <a:spLocks noGrp="1"/>
          </p:cNvSpPr>
          <p:nvPr>
            <p:ph type="subTitle" idx="1"/>
          </p:nvPr>
        </p:nvSpPr>
        <p:spPr>
          <a:xfrm>
            <a:off x="3101163" y="1930587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1" name="Google Shape;1241;p75"/>
          <p:cNvSpPr txBox="1">
            <a:spLocks noGrp="1"/>
          </p:cNvSpPr>
          <p:nvPr>
            <p:ph type="title" idx="2" hasCustomPrompt="1"/>
          </p:nvPr>
        </p:nvSpPr>
        <p:spPr>
          <a:xfrm>
            <a:off x="6312688" y="1409791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42" name="Google Shape;1242;p75"/>
          <p:cNvSpPr txBox="1">
            <a:spLocks noGrp="1"/>
          </p:cNvSpPr>
          <p:nvPr>
            <p:ph type="subTitle" idx="3"/>
          </p:nvPr>
        </p:nvSpPr>
        <p:spPr>
          <a:xfrm>
            <a:off x="6312688" y="1930579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3" name="Google Shape;1243;p75"/>
          <p:cNvSpPr txBox="1">
            <a:spLocks noGrp="1"/>
          </p:cNvSpPr>
          <p:nvPr>
            <p:ph type="title" idx="4" hasCustomPrompt="1"/>
          </p:nvPr>
        </p:nvSpPr>
        <p:spPr>
          <a:xfrm>
            <a:off x="3101163" y="3171014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44" name="Google Shape;1244;p75"/>
          <p:cNvSpPr txBox="1">
            <a:spLocks noGrp="1"/>
          </p:cNvSpPr>
          <p:nvPr>
            <p:ph type="subTitle" idx="5"/>
          </p:nvPr>
        </p:nvSpPr>
        <p:spPr>
          <a:xfrm>
            <a:off x="3101163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5" name="Google Shape;1245;p75"/>
          <p:cNvSpPr txBox="1">
            <a:spLocks noGrp="1"/>
          </p:cNvSpPr>
          <p:nvPr>
            <p:ph type="title" idx="6" hasCustomPrompt="1"/>
          </p:nvPr>
        </p:nvSpPr>
        <p:spPr>
          <a:xfrm>
            <a:off x="6312688" y="3171015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46" name="Google Shape;1246;p75"/>
          <p:cNvSpPr txBox="1">
            <a:spLocks noGrp="1"/>
          </p:cNvSpPr>
          <p:nvPr>
            <p:ph type="subTitle" idx="7"/>
          </p:nvPr>
        </p:nvSpPr>
        <p:spPr>
          <a:xfrm>
            <a:off x="6312688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7" name="Google Shape;1247;p75"/>
          <p:cNvSpPr txBox="1">
            <a:spLocks noGrp="1"/>
          </p:cNvSpPr>
          <p:nvPr>
            <p:ph type="title" idx="8"/>
          </p:nvPr>
        </p:nvSpPr>
        <p:spPr>
          <a:xfrm>
            <a:off x="1993125" y="445025"/>
            <a:ext cx="643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248" name="Google Shape;1248;p75"/>
          <p:cNvGrpSpPr/>
          <p:nvPr/>
        </p:nvGrpSpPr>
        <p:grpSpPr>
          <a:xfrm rot="10800000" flipH="1"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1249" name="Google Shape;1249;p75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75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75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75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75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75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75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75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75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75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9" name="Google Shape;1259;p75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76"/>
          <p:cNvSpPr txBox="1">
            <a:spLocks noGrp="1"/>
          </p:cNvSpPr>
          <p:nvPr>
            <p:ph type="ctrTitle"/>
          </p:nvPr>
        </p:nvSpPr>
        <p:spPr>
          <a:xfrm>
            <a:off x="3451975" y="998763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62" name="Google Shape;1262;p76"/>
          <p:cNvSpPr txBox="1">
            <a:spLocks noGrp="1"/>
          </p:cNvSpPr>
          <p:nvPr>
            <p:ph type="subTitle" idx="1"/>
          </p:nvPr>
        </p:nvSpPr>
        <p:spPr>
          <a:xfrm>
            <a:off x="3447100" y="1890621"/>
            <a:ext cx="4293900" cy="12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3" name="Google Shape;1263;p76"/>
          <p:cNvSpPr txBox="1"/>
          <p:nvPr/>
        </p:nvSpPr>
        <p:spPr>
          <a:xfrm>
            <a:off x="3451975" y="3689688"/>
            <a:ext cx="44382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and it includes icons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infographics &amp; images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1264" name="Google Shape;1264;p76"/>
          <p:cNvGrpSpPr/>
          <p:nvPr/>
        </p:nvGrpSpPr>
        <p:grpSpPr>
          <a:xfrm rot="10800000">
            <a:off x="-36910" y="-164"/>
            <a:ext cx="3086466" cy="5143851"/>
            <a:chOff x="-1" y="-164"/>
            <a:chExt cx="3086466" cy="5143851"/>
          </a:xfrm>
        </p:grpSpPr>
        <p:sp>
          <p:nvSpPr>
            <p:cNvPr id="1265" name="Google Shape;1265;p76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76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76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76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76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76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76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76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76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76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76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76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76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76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76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76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76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76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76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76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5" name="Google Shape;1285;p76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7" name="Google Shape;1287;p77"/>
          <p:cNvGrpSpPr/>
          <p:nvPr/>
        </p:nvGrpSpPr>
        <p:grpSpPr>
          <a:xfrm rot="10800000">
            <a:off x="-18207" y="-175"/>
            <a:ext cx="1145713" cy="5143862"/>
            <a:chOff x="1940752" y="-164"/>
            <a:chExt cx="1145713" cy="5143862"/>
          </a:xfrm>
        </p:grpSpPr>
        <p:sp>
          <p:nvSpPr>
            <p:cNvPr id="1288" name="Google Shape;1288;p77"/>
            <p:cNvSpPr/>
            <p:nvPr/>
          </p:nvSpPr>
          <p:spPr>
            <a:xfrm rot="-5400000">
              <a:off x="-59296" y="2005177"/>
              <a:ext cx="5143851" cy="1133189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77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77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77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77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77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77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77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77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7" name="Google Shape;1297;p77"/>
          <p:cNvGrpSpPr/>
          <p:nvPr/>
        </p:nvGrpSpPr>
        <p:grpSpPr>
          <a:xfrm rot="-5400000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1298" name="Google Shape;1298;p77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99" name="Google Shape;1299;p77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1300" name="Google Shape;1300;p77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77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77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77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5" name="Google Shape;1305;p78"/>
          <p:cNvGrpSpPr/>
          <p:nvPr/>
        </p:nvGrpSpPr>
        <p:grpSpPr>
          <a:xfrm flipH="1">
            <a:off x="-18663" y="4014980"/>
            <a:ext cx="9181330" cy="1149629"/>
            <a:chOff x="-17463" y="-1061"/>
            <a:chExt cx="9181330" cy="1149629"/>
          </a:xfrm>
        </p:grpSpPr>
        <p:grpSp>
          <p:nvGrpSpPr>
            <p:cNvPr id="1306" name="Google Shape;1306;p78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1307" name="Google Shape;1307;p78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78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78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78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78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78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78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78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78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78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78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78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78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78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21" name="Google Shape;1321;p78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80"/>
          <p:cNvSpPr txBox="1">
            <a:spLocks noGrp="1"/>
          </p:cNvSpPr>
          <p:nvPr>
            <p:ph type="ctrTitle"/>
          </p:nvPr>
        </p:nvSpPr>
        <p:spPr>
          <a:xfrm>
            <a:off x="3447100" y="1391250"/>
            <a:ext cx="44331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27" name="Google Shape;1327;p80"/>
          <p:cNvSpPr txBox="1">
            <a:spLocks noGrp="1"/>
          </p:cNvSpPr>
          <p:nvPr>
            <p:ph type="subTitle" idx="1"/>
          </p:nvPr>
        </p:nvSpPr>
        <p:spPr>
          <a:xfrm>
            <a:off x="3447100" y="3647550"/>
            <a:ext cx="4433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28" name="Google Shape;1328;p80"/>
          <p:cNvSpPr txBox="1">
            <a:spLocks noGrp="1"/>
          </p:cNvSpPr>
          <p:nvPr>
            <p:ph type="sldNum" idx="12"/>
          </p:nvPr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29" name="Google Shape;1329;p80"/>
          <p:cNvGrpSpPr/>
          <p:nvPr/>
        </p:nvGrpSpPr>
        <p:grpSpPr>
          <a:xfrm>
            <a:off x="-1" y="-164"/>
            <a:ext cx="3115359" cy="5143851"/>
            <a:chOff x="-1" y="-164"/>
            <a:chExt cx="3115359" cy="5143851"/>
          </a:xfrm>
        </p:grpSpPr>
        <p:sp>
          <p:nvSpPr>
            <p:cNvPr id="1330" name="Google Shape;1330;p80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80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80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80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80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80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80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80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80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80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80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80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80"/>
            <p:cNvSpPr/>
            <p:nvPr/>
          </p:nvSpPr>
          <p:spPr>
            <a:xfrm rot="-5400000">
              <a:off x="1944090" y="1481907"/>
              <a:ext cx="1175328" cy="1167209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80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80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80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80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80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80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80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81"/>
          <p:cNvSpPr txBox="1">
            <a:spLocks noGrp="1"/>
          </p:cNvSpPr>
          <p:nvPr>
            <p:ph type="title"/>
          </p:nvPr>
        </p:nvSpPr>
        <p:spPr>
          <a:xfrm>
            <a:off x="2074225" y="2922963"/>
            <a:ext cx="4995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2" name="Google Shape;1352;p81"/>
          <p:cNvSpPr txBox="1">
            <a:spLocks noGrp="1"/>
          </p:cNvSpPr>
          <p:nvPr>
            <p:ph type="title" idx="2" hasCustomPrompt="1"/>
          </p:nvPr>
        </p:nvSpPr>
        <p:spPr>
          <a:xfrm>
            <a:off x="2074150" y="1389063"/>
            <a:ext cx="1640700" cy="13626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53" name="Google Shape;1353;p81"/>
          <p:cNvSpPr txBox="1">
            <a:spLocks noGrp="1"/>
          </p:cNvSpPr>
          <p:nvPr>
            <p:ph type="subTitle" idx="1"/>
          </p:nvPr>
        </p:nvSpPr>
        <p:spPr>
          <a:xfrm>
            <a:off x="2074225" y="3582888"/>
            <a:ext cx="4995600" cy="5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4" name="Google Shape;1354;p81"/>
          <p:cNvSpPr txBox="1">
            <a:spLocks noGrp="1"/>
          </p:cNvSpPr>
          <p:nvPr>
            <p:ph type="sldNum" idx="12"/>
          </p:nvPr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55" name="Google Shape;1355;p81"/>
          <p:cNvGrpSpPr/>
          <p:nvPr/>
        </p:nvGrpSpPr>
        <p:grpSpPr>
          <a:xfrm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1356" name="Google Shape;1356;p81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81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81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81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81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81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81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81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81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81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6" name="Google Shape;1366;p81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1367" name="Google Shape;1367;p81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68" name="Google Shape;1368;p81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1369" name="Google Shape;1369;p81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81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81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81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8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21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375" name="Google Shape;1375;p82"/>
          <p:cNvSpPr txBox="1">
            <a:spLocks noGrp="1"/>
          </p:cNvSpPr>
          <p:nvPr>
            <p:ph type="body" idx="1"/>
          </p:nvPr>
        </p:nvSpPr>
        <p:spPr>
          <a:xfrm>
            <a:off x="720000" y="1117025"/>
            <a:ext cx="72138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5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1376" name="Google Shape;1376;p82"/>
          <p:cNvGrpSpPr/>
          <p:nvPr/>
        </p:nvGrpSpPr>
        <p:grpSpPr>
          <a:xfrm rot="-5400000" flipH="1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1377" name="Google Shape;1377;p82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8" name="Google Shape;1378;p82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1379" name="Google Shape;1379;p82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82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82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82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83" name="Google Shape;1383;p82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83"/>
          <p:cNvSpPr txBox="1">
            <a:spLocks noGrp="1"/>
          </p:cNvSpPr>
          <p:nvPr>
            <p:ph type="subTitle" idx="1"/>
          </p:nvPr>
        </p:nvSpPr>
        <p:spPr>
          <a:xfrm>
            <a:off x="19606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6" name="Google Shape;1386;p83"/>
          <p:cNvSpPr txBox="1">
            <a:spLocks noGrp="1"/>
          </p:cNvSpPr>
          <p:nvPr>
            <p:ph type="subTitle" idx="2"/>
          </p:nvPr>
        </p:nvSpPr>
        <p:spPr>
          <a:xfrm>
            <a:off x="52878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7" name="Google Shape;1387;p83"/>
          <p:cNvSpPr txBox="1">
            <a:spLocks noGrp="1"/>
          </p:cNvSpPr>
          <p:nvPr>
            <p:ph type="subTitle" idx="3"/>
          </p:nvPr>
        </p:nvSpPr>
        <p:spPr>
          <a:xfrm>
            <a:off x="19606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8" name="Google Shape;1388;p83"/>
          <p:cNvSpPr txBox="1">
            <a:spLocks noGrp="1"/>
          </p:cNvSpPr>
          <p:nvPr>
            <p:ph type="subTitle" idx="4"/>
          </p:nvPr>
        </p:nvSpPr>
        <p:spPr>
          <a:xfrm>
            <a:off x="52878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9" name="Google Shape;1389;p8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90" name="Google Shape;1390;p83"/>
          <p:cNvGrpSpPr/>
          <p:nvPr/>
        </p:nvGrpSpPr>
        <p:grpSpPr>
          <a:xfrm rot="10800000" flipH="1">
            <a:off x="-5" y="-23"/>
            <a:ext cx="1539456" cy="5143534"/>
            <a:chOff x="7633570" y="-10"/>
            <a:chExt cx="1539456" cy="5143534"/>
          </a:xfrm>
        </p:grpSpPr>
        <p:sp>
          <p:nvSpPr>
            <p:cNvPr id="1391" name="Google Shape;1391;p83"/>
            <p:cNvSpPr/>
            <p:nvPr/>
          </p:nvSpPr>
          <p:spPr>
            <a:xfrm rot="5400000">
              <a:off x="7553559" y="94230"/>
              <a:ext cx="1713696" cy="152523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83"/>
            <p:cNvSpPr/>
            <p:nvPr/>
          </p:nvSpPr>
          <p:spPr>
            <a:xfrm rot="5400000">
              <a:off x="7545807" y="87753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83"/>
            <p:cNvSpPr/>
            <p:nvPr/>
          </p:nvSpPr>
          <p:spPr>
            <a:xfrm rot="5400000">
              <a:off x="7546450" y="1802029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83"/>
            <p:cNvSpPr/>
            <p:nvPr/>
          </p:nvSpPr>
          <p:spPr>
            <a:xfrm rot="5400000">
              <a:off x="7722635" y="1889788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83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83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83"/>
            <p:cNvSpPr/>
            <p:nvPr/>
          </p:nvSpPr>
          <p:spPr>
            <a:xfrm rot="5400000">
              <a:off x="7974874" y="2230436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83"/>
            <p:cNvSpPr/>
            <p:nvPr/>
          </p:nvSpPr>
          <p:spPr>
            <a:xfrm rot="5400000">
              <a:off x="7633586" y="990721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83"/>
            <p:cNvSpPr/>
            <p:nvPr/>
          </p:nvSpPr>
          <p:spPr>
            <a:xfrm rot="5400000">
              <a:off x="8013247" y="3935614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83"/>
            <p:cNvSpPr/>
            <p:nvPr/>
          </p:nvSpPr>
          <p:spPr>
            <a:xfrm rot="5400000">
              <a:off x="7974859" y="1373619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1" name="Google Shape;1401;p83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84"/>
          <p:cNvSpPr txBox="1">
            <a:spLocks noGrp="1"/>
          </p:cNvSpPr>
          <p:nvPr>
            <p:ph type="title"/>
          </p:nvPr>
        </p:nvSpPr>
        <p:spPr>
          <a:xfrm>
            <a:off x="1924050" y="445025"/>
            <a:ext cx="6500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404" name="Google Shape;1404;p84"/>
          <p:cNvGrpSpPr/>
          <p:nvPr/>
        </p:nvGrpSpPr>
        <p:grpSpPr>
          <a:xfrm>
            <a:off x="-9763" y="-17232"/>
            <a:ext cx="1542338" cy="5160073"/>
            <a:chOff x="7610237" y="2627"/>
            <a:chExt cx="1542338" cy="5160073"/>
          </a:xfrm>
        </p:grpSpPr>
        <p:sp>
          <p:nvSpPr>
            <p:cNvPr id="1405" name="Google Shape;1405;p84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84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84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84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84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84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84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84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84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84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84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84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84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84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84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84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84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2" name="Google Shape;1422;p84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85"/>
          <p:cNvSpPr txBox="1">
            <a:spLocks noGrp="1"/>
          </p:cNvSpPr>
          <p:nvPr>
            <p:ph type="title"/>
          </p:nvPr>
        </p:nvSpPr>
        <p:spPr>
          <a:xfrm>
            <a:off x="3680150" y="1435075"/>
            <a:ext cx="4389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425" name="Google Shape;1425;p85"/>
          <p:cNvSpPr txBox="1">
            <a:spLocks noGrp="1"/>
          </p:cNvSpPr>
          <p:nvPr>
            <p:ph type="body" idx="1"/>
          </p:nvPr>
        </p:nvSpPr>
        <p:spPr>
          <a:xfrm>
            <a:off x="3680150" y="2007775"/>
            <a:ext cx="4389300" cy="231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26" name="Google Shape;1426;p85"/>
          <p:cNvGrpSpPr/>
          <p:nvPr/>
        </p:nvGrpSpPr>
        <p:grpSpPr>
          <a:xfrm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1427" name="Google Shape;1427;p85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1428" name="Google Shape;1428;p85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85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85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85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85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85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85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85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85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85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85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85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85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85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42" name="Google Shape;1442;p85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3" name="Google Shape;1443;p85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86"/>
          <p:cNvSpPr txBox="1">
            <a:spLocks noGrp="1"/>
          </p:cNvSpPr>
          <p:nvPr>
            <p:ph type="title"/>
          </p:nvPr>
        </p:nvSpPr>
        <p:spPr>
          <a:xfrm>
            <a:off x="2638975" y="1342825"/>
            <a:ext cx="5202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446" name="Google Shape;1446;p86"/>
          <p:cNvGrpSpPr/>
          <p:nvPr/>
        </p:nvGrpSpPr>
        <p:grpSpPr>
          <a:xfrm>
            <a:off x="-1" y="-176"/>
            <a:ext cx="2068997" cy="5143863"/>
            <a:chOff x="-1" y="-176"/>
            <a:chExt cx="2068997" cy="5143863"/>
          </a:xfrm>
        </p:grpSpPr>
        <p:sp>
          <p:nvSpPr>
            <p:cNvPr id="1447" name="Google Shape;1447;p86"/>
            <p:cNvSpPr/>
            <p:nvPr/>
          </p:nvSpPr>
          <p:spPr>
            <a:xfrm rot="-5400000">
              <a:off x="-1629798" y="1629621"/>
              <a:ext cx="5143851" cy="1884256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86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86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86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86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86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86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86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86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86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86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86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9" name="Google Shape;1459;p86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87"/>
          <p:cNvSpPr txBox="1">
            <a:spLocks noGrp="1"/>
          </p:cNvSpPr>
          <p:nvPr>
            <p:ph type="title"/>
          </p:nvPr>
        </p:nvSpPr>
        <p:spPr>
          <a:xfrm>
            <a:off x="1849175" y="1179150"/>
            <a:ext cx="35355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62" name="Google Shape;1462;p87"/>
          <p:cNvSpPr txBox="1">
            <a:spLocks noGrp="1"/>
          </p:cNvSpPr>
          <p:nvPr>
            <p:ph type="subTitle" idx="1"/>
          </p:nvPr>
        </p:nvSpPr>
        <p:spPr>
          <a:xfrm>
            <a:off x="1849175" y="2860950"/>
            <a:ext cx="3535500" cy="11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63" name="Google Shape;1463;p87"/>
          <p:cNvGrpSpPr/>
          <p:nvPr/>
        </p:nvGrpSpPr>
        <p:grpSpPr>
          <a:xfrm rot="10800000" flipH="1">
            <a:off x="-6888" y="-17232"/>
            <a:ext cx="1542338" cy="5160073"/>
            <a:chOff x="7610237" y="2627"/>
            <a:chExt cx="1542338" cy="5160073"/>
          </a:xfrm>
        </p:grpSpPr>
        <p:sp>
          <p:nvSpPr>
            <p:cNvPr id="1464" name="Google Shape;1464;p87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87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87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87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87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87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87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87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87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87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87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87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87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87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87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87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87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1" name="Google Shape;1481;p87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88"/>
          <p:cNvSpPr txBox="1">
            <a:spLocks noGrp="1"/>
          </p:cNvSpPr>
          <p:nvPr>
            <p:ph type="title"/>
          </p:nvPr>
        </p:nvSpPr>
        <p:spPr>
          <a:xfrm>
            <a:off x="715100" y="1378725"/>
            <a:ext cx="3803400" cy="9483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484" name="Google Shape;1484;p88"/>
          <p:cNvGrpSpPr/>
          <p:nvPr/>
        </p:nvGrpSpPr>
        <p:grpSpPr>
          <a:xfrm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1485" name="Google Shape;1485;p88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1486" name="Google Shape;1486;p88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88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88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88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88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88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88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88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88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88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88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88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88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88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00" name="Google Shape;1500;p88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89"/>
          <p:cNvSpPr txBox="1">
            <a:spLocks noGrp="1"/>
          </p:cNvSpPr>
          <p:nvPr>
            <p:ph type="title" hasCustomPrompt="1"/>
          </p:nvPr>
        </p:nvSpPr>
        <p:spPr>
          <a:xfrm>
            <a:off x="2081125" y="1466663"/>
            <a:ext cx="2741400" cy="16770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03" name="Google Shape;1503;p89"/>
          <p:cNvSpPr txBox="1">
            <a:spLocks noGrp="1"/>
          </p:cNvSpPr>
          <p:nvPr>
            <p:ph type="subTitle" idx="1"/>
          </p:nvPr>
        </p:nvSpPr>
        <p:spPr>
          <a:xfrm>
            <a:off x="2081125" y="3224950"/>
            <a:ext cx="4322100" cy="4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504" name="Google Shape;1504;p89"/>
          <p:cNvGrpSpPr/>
          <p:nvPr/>
        </p:nvGrpSpPr>
        <p:grpSpPr>
          <a:xfrm flipH="1">
            <a:off x="-4160" y="-48"/>
            <a:ext cx="1549894" cy="5143534"/>
            <a:chOff x="-14598" y="-48"/>
            <a:chExt cx="1549894" cy="5143534"/>
          </a:xfrm>
        </p:grpSpPr>
        <p:sp>
          <p:nvSpPr>
            <p:cNvPr id="1505" name="Google Shape;1505;p89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89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89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89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89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89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89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89"/>
            <p:cNvSpPr/>
            <p:nvPr/>
          </p:nvSpPr>
          <p:spPr>
            <a:xfrm rot="5400000">
              <a:off x="-14598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89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89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5" name="Google Shape;1515;p89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1516" name="Google Shape;1516;p89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7" name="Google Shape;1517;p89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1518" name="Google Shape;1518;p89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89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89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89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2" name="Google Shape;1522;p89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91"/>
          <p:cNvSpPr txBox="1">
            <a:spLocks noGrp="1"/>
          </p:cNvSpPr>
          <p:nvPr>
            <p:ph type="title" hasCustomPrompt="1"/>
          </p:nvPr>
        </p:nvSpPr>
        <p:spPr>
          <a:xfrm>
            <a:off x="715100" y="13736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6" name="Google Shape;1526;p91"/>
          <p:cNvSpPr txBox="1">
            <a:spLocks noGrp="1"/>
          </p:cNvSpPr>
          <p:nvPr>
            <p:ph type="subTitle" idx="1"/>
          </p:nvPr>
        </p:nvSpPr>
        <p:spPr>
          <a:xfrm>
            <a:off x="16495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7" name="Google Shape;1527;p91"/>
          <p:cNvSpPr txBox="1">
            <a:spLocks noGrp="1"/>
          </p:cNvSpPr>
          <p:nvPr>
            <p:ph type="title" idx="2" hasCustomPrompt="1"/>
          </p:nvPr>
        </p:nvSpPr>
        <p:spPr>
          <a:xfrm>
            <a:off x="4064600" y="1373650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8" name="Google Shape;1528;p91"/>
          <p:cNvSpPr txBox="1">
            <a:spLocks noGrp="1"/>
          </p:cNvSpPr>
          <p:nvPr>
            <p:ph type="subTitle" idx="3"/>
          </p:nvPr>
        </p:nvSpPr>
        <p:spPr>
          <a:xfrm>
            <a:off x="49990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9" name="Google Shape;1529;p91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30" name="Google Shape;1530;p91"/>
          <p:cNvSpPr txBox="1">
            <a:spLocks noGrp="1"/>
          </p:cNvSpPr>
          <p:nvPr>
            <p:ph type="subTitle" idx="5"/>
          </p:nvPr>
        </p:nvSpPr>
        <p:spPr>
          <a:xfrm>
            <a:off x="16495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1" name="Google Shape;1531;p91"/>
          <p:cNvSpPr txBox="1">
            <a:spLocks noGrp="1"/>
          </p:cNvSpPr>
          <p:nvPr>
            <p:ph type="title" idx="6" hasCustomPrompt="1"/>
          </p:nvPr>
        </p:nvSpPr>
        <p:spPr>
          <a:xfrm>
            <a:off x="40646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32" name="Google Shape;1532;p91"/>
          <p:cNvSpPr txBox="1">
            <a:spLocks noGrp="1"/>
          </p:cNvSpPr>
          <p:nvPr>
            <p:ph type="subTitle" idx="7"/>
          </p:nvPr>
        </p:nvSpPr>
        <p:spPr>
          <a:xfrm>
            <a:off x="49990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3" name="Google Shape;1533;p91"/>
          <p:cNvSpPr txBox="1">
            <a:spLocks noGrp="1"/>
          </p:cNvSpPr>
          <p:nvPr>
            <p:ph type="sldNum" idx="12"/>
          </p:nvPr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4" name="Google Shape;1534;p91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535" name="Google Shape;1535;p91"/>
          <p:cNvSpPr txBox="1">
            <a:spLocks noGrp="1"/>
          </p:cNvSpPr>
          <p:nvPr>
            <p:ph type="subTitle" idx="9"/>
          </p:nvPr>
        </p:nvSpPr>
        <p:spPr>
          <a:xfrm>
            <a:off x="16446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6" name="Google Shape;1536;p91"/>
          <p:cNvSpPr txBox="1">
            <a:spLocks noGrp="1"/>
          </p:cNvSpPr>
          <p:nvPr>
            <p:ph type="subTitle" idx="13"/>
          </p:nvPr>
        </p:nvSpPr>
        <p:spPr>
          <a:xfrm>
            <a:off x="49990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7" name="Google Shape;1537;p91"/>
          <p:cNvSpPr txBox="1">
            <a:spLocks noGrp="1"/>
          </p:cNvSpPr>
          <p:nvPr>
            <p:ph type="subTitle" idx="14"/>
          </p:nvPr>
        </p:nvSpPr>
        <p:spPr>
          <a:xfrm>
            <a:off x="16446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8" name="Google Shape;1538;p91"/>
          <p:cNvSpPr txBox="1">
            <a:spLocks noGrp="1"/>
          </p:cNvSpPr>
          <p:nvPr>
            <p:ph type="subTitle" idx="15"/>
          </p:nvPr>
        </p:nvSpPr>
        <p:spPr>
          <a:xfrm>
            <a:off x="49990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539" name="Google Shape;1539;p91"/>
          <p:cNvGrpSpPr/>
          <p:nvPr/>
        </p:nvGrpSpPr>
        <p:grpSpPr>
          <a:xfrm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1540" name="Google Shape;1540;p91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91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91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91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91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91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91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91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91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91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91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91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9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91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91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9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91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92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6504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559" name="Google Shape;1559;p92"/>
          <p:cNvGrpSpPr/>
          <p:nvPr/>
        </p:nvGrpSpPr>
        <p:grpSpPr>
          <a:xfrm>
            <a:off x="7594627" y="-48"/>
            <a:ext cx="1559299" cy="5143534"/>
            <a:chOff x="-14073" y="-48"/>
            <a:chExt cx="1559299" cy="5143534"/>
          </a:xfrm>
        </p:grpSpPr>
        <p:sp>
          <p:nvSpPr>
            <p:cNvPr id="1560" name="Google Shape;1560;p92"/>
            <p:cNvSpPr/>
            <p:nvPr/>
          </p:nvSpPr>
          <p:spPr>
            <a:xfrm rot="5400000">
              <a:off x="-8135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92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92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92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92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92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92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92"/>
            <p:cNvSpPr/>
            <p:nvPr/>
          </p:nvSpPr>
          <p:spPr>
            <a:xfrm rot="5400000">
              <a:off x="-1407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92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92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0" name="Google Shape;1570;p92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9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573" name="Google Shape;1573;p93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1574" name="Google Shape;1574;p93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75" name="Google Shape;1575;p93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1576" name="Google Shape;1576;p93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93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93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93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80" name="Google Shape;1580;p93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"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9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583" name="Google Shape;1583;p94"/>
          <p:cNvGrpSpPr/>
          <p:nvPr/>
        </p:nvGrpSpPr>
        <p:grpSpPr>
          <a:xfrm>
            <a:off x="7670071" y="0"/>
            <a:ext cx="1473929" cy="5143556"/>
            <a:chOff x="7670071" y="0"/>
            <a:chExt cx="1473929" cy="5143556"/>
          </a:xfrm>
        </p:grpSpPr>
        <p:sp>
          <p:nvSpPr>
            <p:cNvPr id="1584" name="Google Shape;1584;p94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5"/>
                  </a:lnTo>
                  <a:lnTo>
                    <a:pt x="58405" y="524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94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58405" y="52445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94"/>
            <p:cNvSpPr/>
            <p:nvPr/>
          </p:nvSpPr>
          <p:spPr>
            <a:xfrm flipH="1">
              <a:off x="7971900" y="216850"/>
              <a:ext cx="877425" cy="877425"/>
            </a:xfrm>
            <a:custGeom>
              <a:avLst/>
              <a:gdLst/>
              <a:ahLst/>
              <a:cxnLst/>
              <a:rect l="l" t="t" r="r" b="b"/>
              <a:pathLst>
                <a:path w="35097" h="35097" extrusionOk="0">
                  <a:moveTo>
                    <a:pt x="31227" y="10543"/>
                  </a:moveTo>
                  <a:cubicBezTo>
                    <a:pt x="35097" y="18105"/>
                    <a:pt x="32117" y="27357"/>
                    <a:pt x="24555" y="31227"/>
                  </a:cubicBezTo>
                  <a:cubicBezTo>
                    <a:pt x="16993" y="35097"/>
                    <a:pt x="7741" y="32116"/>
                    <a:pt x="3871" y="24555"/>
                  </a:cubicBezTo>
                  <a:cubicBezTo>
                    <a:pt x="1" y="16993"/>
                    <a:pt x="2981" y="7741"/>
                    <a:pt x="10543" y="3871"/>
                  </a:cubicBezTo>
                  <a:cubicBezTo>
                    <a:pt x="18105" y="1"/>
                    <a:pt x="27357" y="2981"/>
                    <a:pt x="31227" y="105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94"/>
            <p:cNvSpPr/>
            <p:nvPr/>
          </p:nvSpPr>
          <p:spPr>
            <a:xfrm flipH="1">
              <a:off x="7902950" y="271350"/>
              <a:ext cx="794025" cy="640550"/>
            </a:xfrm>
            <a:custGeom>
              <a:avLst/>
              <a:gdLst/>
              <a:ahLst/>
              <a:cxnLst/>
              <a:rect l="l" t="t" r="r" b="b"/>
              <a:pathLst>
                <a:path w="31761" h="25622" extrusionOk="0">
                  <a:moveTo>
                    <a:pt x="11433" y="0"/>
                  </a:moveTo>
                  <a:cubicBezTo>
                    <a:pt x="7073" y="0"/>
                    <a:pt x="2937" y="1824"/>
                    <a:pt x="1" y="5116"/>
                  </a:cubicBezTo>
                  <a:lnTo>
                    <a:pt x="22909" y="25622"/>
                  </a:lnTo>
                  <a:cubicBezTo>
                    <a:pt x="31761" y="15747"/>
                    <a:pt x="24733" y="0"/>
                    <a:pt x="11433" y="0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94"/>
            <p:cNvSpPr/>
            <p:nvPr/>
          </p:nvSpPr>
          <p:spPr>
            <a:xfrm flipH="1">
              <a:off x="7760249" y="1311100"/>
              <a:ext cx="1380426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58405" y="52444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94"/>
            <p:cNvSpPr/>
            <p:nvPr/>
          </p:nvSpPr>
          <p:spPr>
            <a:xfrm flipH="1">
              <a:off x="8411150" y="1311100"/>
              <a:ext cx="729525" cy="1311125"/>
            </a:xfrm>
            <a:custGeom>
              <a:avLst/>
              <a:gdLst/>
              <a:ahLst/>
              <a:cxnLst/>
              <a:rect l="l" t="t" r="r" b="b"/>
              <a:pathLst>
                <a:path w="29181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29181" y="524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94"/>
            <p:cNvSpPr/>
            <p:nvPr/>
          </p:nvSpPr>
          <p:spPr>
            <a:xfrm flipH="1">
              <a:off x="7680525" y="1311100"/>
              <a:ext cx="730650" cy="1311125"/>
            </a:xfrm>
            <a:custGeom>
              <a:avLst/>
              <a:gdLst/>
              <a:ahLst/>
              <a:cxnLst/>
              <a:rect l="l" t="t" r="r" b="b"/>
              <a:pathLst>
                <a:path w="29226" h="52445" extrusionOk="0">
                  <a:moveTo>
                    <a:pt x="1" y="52444"/>
                  </a:moveTo>
                  <a:lnTo>
                    <a:pt x="29225" y="1"/>
                  </a:lnTo>
                  <a:lnTo>
                    <a:pt x="29225" y="5244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94"/>
            <p:cNvSpPr/>
            <p:nvPr/>
          </p:nvSpPr>
          <p:spPr>
            <a:xfrm flipH="1">
              <a:off x="8719175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94"/>
            <p:cNvSpPr/>
            <p:nvPr/>
          </p:nvSpPr>
          <p:spPr>
            <a:xfrm flipH="1">
              <a:off x="7670071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6859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6859" y="1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94"/>
            <p:cNvSpPr/>
            <p:nvPr/>
          </p:nvSpPr>
          <p:spPr>
            <a:xfrm flipH="1">
              <a:off x="7680525" y="1311100"/>
              <a:ext cx="1460150" cy="757325"/>
            </a:xfrm>
            <a:custGeom>
              <a:avLst/>
              <a:gdLst/>
              <a:ahLst/>
              <a:cxnLst/>
              <a:rect l="l" t="t" r="r" b="b"/>
              <a:pathLst>
                <a:path w="58406" h="30293" extrusionOk="0">
                  <a:moveTo>
                    <a:pt x="1" y="1"/>
                  </a:moveTo>
                  <a:lnTo>
                    <a:pt x="16859" y="30292"/>
                  </a:lnTo>
                  <a:lnTo>
                    <a:pt x="41547" y="30292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94"/>
            <p:cNvSpPr/>
            <p:nvPr/>
          </p:nvSpPr>
          <p:spPr>
            <a:xfrm flipH="1">
              <a:off x="7684348" y="2623385"/>
              <a:ext cx="1459104" cy="1316675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94"/>
            <p:cNvSpPr/>
            <p:nvPr/>
          </p:nvSpPr>
          <p:spPr>
            <a:xfrm flipH="1">
              <a:off x="7683801" y="2623385"/>
              <a:ext cx="1460199" cy="1316675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94"/>
            <p:cNvSpPr/>
            <p:nvPr/>
          </p:nvSpPr>
          <p:spPr>
            <a:xfrm flipH="1">
              <a:off x="7673375" y="3320635"/>
              <a:ext cx="616638" cy="619425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7" name="Google Shape;1597;p94"/>
            <p:cNvGrpSpPr/>
            <p:nvPr/>
          </p:nvGrpSpPr>
          <p:grpSpPr>
            <a:xfrm flipH="1">
              <a:off x="7680608" y="3940050"/>
              <a:ext cx="1463392" cy="1203506"/>
              <a:chOff x="573525" y="4012581"/>
              <a:chExt cx="1463392" cy="1203506"/>
            </a:xfrm>
          </p:grpSpPr>
          <p:sp>
            <p:nvSpPr>
              <p:cNvPr id="1598" name="Google Shape;1598;p94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94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00" name="Google Shape;1600;p94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2_1_1"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9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603" name="Google Shape;1603;p95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1604" name="Google Shape;1604;p95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95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95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95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95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95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95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95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95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95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95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95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95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95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95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95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95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1" name="Google Shape;1621;p95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2_1_1_1"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96"/>
          <p:cNvSpPr txBox="1">
            <a:spLocks noGrp="1"/>
          </p:cNvSpPr>
          <p:nvPr>
            <p:ph type="title"/>
          </p:nvPr>
        </p:nvSpPr>
        <p:spPr>
          <a:xfrm>
            <a:off x="1530300" y="445025"/>
            <a:ext cx="6893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624" name="Google Shape;1624;p96"/>
          <p:cNvGrpSpPr/>
          <p:nvPr/>
        </p:nvGrpSpPr>
        <p:grpSpPr>
          <a:xfrm rot="-5400000">
            <a:off x="-2053228" y="2043293"/>
            <a:ext cx="5173395" cy="1066931"/>
            <a:chOff x="3970605" y="1540"/>
            <a:chExt cx="5173395" cy="1066931"/>
          </a:xfrm>
        </p:grpSpPr>
        <p:sp>
          <p:nvSpPr>
            <p:cNvPr id="1625" name="Google Shape;1625;p96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6" name="Google Shape;1626;p96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1627" name="Google Shape;1627;p96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96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96"/>
              <p:cNvSpPr/>
              <p:nvPr/>
            </p:nvSpPr>
            <p:spPr>
              <a:xfrm rot="10800000"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96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31" name="Google Shape;1631;p96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2_1_1_1_1"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97"/>
          <p:cNvSpPr txBox="1">
            <a:spLocks noGrp="1"/>
          </p:cNvSpPr>
          <p:nvPr>
            <p:ph type="title"/>
          </p:nvPr>
        </p:nvSpPr>
        <p:spPr>
          <a:xfrm>
            <a:off x="1757375" y="445025"/>
            <a:ext cx="6666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634" name="Google Shape;1634;p97"/>
          <p:cNvGrpSpPr/>
          <p:nvPr/>
        </p:nvGrpSpPr>
        <p:grpSpPr>
          <a:xfrm flipH="1">
            <a:off x="-16637" y="0"/>
            <a:ext cx="1463475" cy="5143556"/>
            <a:chOff x="7680525" y="0"/>
            <a:chExt cx="1463475" cy="5143556"/>
          </a:xfrm>
        </p:grpSpPr>
        <p:grpSp>
          <p:nvGrpSpPr>
            <p:cNvPr id="1635" name="Google Shape;1635;p97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1636" name="Google Shape;1636;p97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97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97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97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97"/>
              <p:cNvSpPr/>
              <p:nvPr/>
            </p:nvSpPr>
            <p:spPr>
              <a:xfrm>
                <a:off x="4025675" y="1517100"/>
                <a:ext cx="1459128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97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97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97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97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97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97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97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97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49" name="Google Shape;1649;p97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1650" name="Google Shape;1650;p97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97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52" name="Google Shape;1652;p97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2_1_1_1_1_1">
    <p:spTree>
      <p:nvGrpSpPr>
        <p:cNvPr id="1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98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655" name="Google Shape;1655;p98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99"/>
          <p:cNvSpPr txBox="1">
            <a:spLocks noGrp="1"/>
          </p:cNvSpPr>
          <p:nvPr>
            <p:ph type="title"/>
          </p:nvPr>
        </p:nvSpPr>
        <p:spPr>
          <a:xfrm>
            <a:off x="2614075" y="308745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658" name="Google Shape;1658;p99"/>
          <p:cNvSpPr txBox="1">
            <a:spLocks noGrp="1"/>
          </p:cNvSpPr>
          <p:nvPr>
            <p:ph type="subTitle" idx="1"/>
          </p:nvPr>
        </p:nvSpPr>
        <p:spPr>
          <a:xfrm>
            <a:off x="2614075" y="1524150"/>
            <a:ext cx="5790300" cy="15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59" name="Google Shape;1659;p99"/>
          <p:cNvSpPr/>
          <p:nvPr/>
        </p:nvSpPr>
        <p:spPr>
          <a:xfrm rot="-5400000">
            <a:off x="-91280" y="3516910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0" y="0"/>
                </a:moveTo>
                <a:lnTo>
                  <a:pt x="58627" y="0"/>
                </a:lnTo>
                <a:lnTo>
                  <a:pt x="58627" y="52666"/>
                </a:lnTo>
                <a:lnTo>
                  <a:pt x="0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0" name="Google Shape;1660;p99"/>
          <p:cNvSpPr/>
          <p:nvPr/>
        </p:nvSpPr>
        <p:spPr>
          <a:xfrm rot="-5400000">
            <a:off x="-91923" y="3516267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58672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1" name="Google Shape;1661;p99"/>
          <p:cNvSpPr/>
          <p:nvPr/>
        </p:nvSpPr>
        <p:spPr>
          <a:xfrm rot="-5400000">
            <a:off x="-91280" y="1801991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1" y="0"/>
                </a:moveTo>
                <a:lnTo>
                  <a:pt x="1" y="52666"/>
                </a:lnTo>
                <a:lnTo>
                  <a:pt x="58627" y="52666"/>
                </a:lnTo>
                <a:lnTo>
                  <a:pt x="5862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2" name="Google Shape;1662;p99"/>
          <p:cNvSpPr/>
          <p:nvPr/>
        </p:nvSpPr>
        <p:spPr>
          <a:xfrm rot="-5400000">
            <a:off x="83587" y="1889758"/>
            <a:ext cx="1362644" cy="1363930"/>
          </a:xfrm>
          <a:custGeom>
            <a:avLst/>
            <a:gdLst/>
            <a:ahLst/>
            <a:cxnLst/>
            <a:rect l="l" t="t" r="r" b="b"/>
            <a:pathLst>
              <a:path w="46618" h="46662" extrusionOk="0">
                <a:moveTo>
                  <a:pt x="28914" y="3114"/>
                </a:moveTo>
                <a:cubicBezTo>
                  <a:pt x="40079" y="6184"/>
                  <a:pt x="46617" y="17749"/>
                  <a:pt x="43504" y="28958"/>
                </a:cubicBezTo>
                <a:cubicBezTo>
                  <a:pt x="40434" y="40123"/>
                  <a:pt x="28869" y="46662"/>
                  <a:pt x="17704" y="43548"/>
                </a:cubicBezTo>
                <a:cubicBezTo>
                  <a:pt x="6539" y="40479"/>
                  <a:pt x="1" y="28914"/>
                  <a:pt x="3070" y="17749"/>
                </a:cubicBezTo>
                <a:cubicBezTo>
                  <a:pt x="6184" y="6584"/>
                  <a:pt x="17749" y="1"/>
                  <a:pt x="28914" y="3114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3" name="Google Shape;1663;p99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4" name="Google Shape;1664;p99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0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5" name="Google Shape;1665;p99"/>
          <p:cNvSpPr/>
          <p:nvPr/>
        </p:nvSpPr>
        <p:spPr>
          <a:xfrm rot="-5400000">
            <a:off x="332160" y="1368624"/>
            <a:ext cx="856848" cy="1539456"/>
          </a:xfrm>
          <a:custGeom>
            <a:avLst/>
            <a:gdLst/>
            <a:ahLst/>
            <a:cxnLst/>
            <a:rect l="l" t="t" r="r" b="b"/>
            <a:pathLst>
              <a:path w="29314" h="52667" extrusionOk="0">
                <a:moveTo>
                  <a:pt x="29313" y="0"/>
                </a:moveTo>
                <a:lnTo>
                  <a:pt x="0" y="26333"/>
                </a:lnTo>
                <a:lnTo>
                  <a:pt x="29313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6" name="Google Shape;1666;p99"/>
          <p:cNvSpPr/>
          <p:nvPr/>
        </p:nvSpPr>
        <p:spPr>
          <a:xfrm rot="-5400000">
            <a:off x="821503" y="3428524"/>
            <a:ext cx="724232" cy="724232"/>
          </a:xfrm>
          <a:custGeom>
            <a:avLst/>
            <a:gdLst/>
            <a:ahLst/>
            <a:cxnLst/>
            <a:rect l="l" t="t" r="r" b="b"/>
            <a:pathLst>
              <a:path w="24777" h="24777" extrusionOk="0">
                <a:moveTo>
                  <a:pt x="24777" y="0"/>
                </a:moveTo>
                <a:cubicBezTo>
                  <a:pt x="11076" y="0"/>
                  <a:pt x="0" y="11076"/>
                  <a:pt x="0" y="24776"/>
                </a:cubicBezTo>
                <a:lnTo>
                  <a:pt x="24777" y="24776"/>
                </a:lnTo>
                <a:lnTo>
                  <a:pt x="2477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7" name="Google Shape;1667;p99"/>
          <p:cNvSpPr/>
          <p:nvPr/>
        </p:nvSpPr>
        <p:spPr>
          <a:xfrm rot="-5400000">
            <a:off x="374185" y="507044"/>
            <a:ext cx="781435" cy="700818"/>
          </a:xfrm>
          <a:custGeom>
            <a:avLst/>
            <a:gdLst/>
            <a:ahLst/>
            <a:cxnLst/>
            <a:rect l="l" t="t" r="r" b="b"/>
            <a:pathLst>
              <a:path w="26734" h="23976" extrusionOk="0">
                <a:moveTo>
                  <a:pt x="0" y="0"/>
                </a:moveTo>
                <a:lnTo>
                  <a:pt x="26734" y="0"/>
                </a:lnTo>
                <a:lnTo>
                  <a:pt x="26734" y="23976"/>
                </a:lnTo>
                <a:lnTo>
                  <a:pt x="0" y="2397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8" name="Google Shape;1668;p99"/>
          <p:cNvSpPr/>
          <p:nvPr/>
        </p:nvSpPr>
        <p:spPr>
          <a:xfrm rot="-5400000">
            <a:off x="332145" y="2231917"/>
            <a:ext cx="856877" cy="1539456"/>
          </a:xfrm>
          <a:custGeom>
            <a:avLst/>
            <a:gdLst/>
            <a:ahLst/>
            <a:cxnLst/>
            <a:rect l="l" t="t" r="r" b="b"/>
            <a:pathLst>
              <a:path w="29315" h="52667" extrusionOk="0">
                <a:moveTo>
                  <a:pt x="1" y="0"/>
                </a:moveTo>
                <a:lnTo>
                  <a:pt x="1" y="52666"/>
                </a:lnTo>
                <a:lnTo>
                  <a:pt x="29314" y="26333"/>
                </a:lnTo>
                <a:lnTo>
                  <a:pt x="1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9" name="Google Shape;1669;p99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00"/>
          <p:cNvSpPr txBox="1">
            <a:spLocks noGrp="1"/>
          </p:cNvSpPr>
          <p:nvPr>
            <p:ph type="subTitle" idx="1"/>
          </p:nvPr>
        </p:nvSpPr>
        <p:spPr>
          <a:xfrm>
            <a:off x="720000" y="2647200"/>
            <a:ext cx="2907600" cy="10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2" name="Google Shape;1672;p100"/>
          <p:cNvSpPr txBox="1">
            <a:spLocks noGrp="1"/>
          </p:cNvSpPr>
          <p:nvPr>
            <p:ph type="title"/>
          </p:nvPr>
        </p:nvSpPr>
        <p:spPr>
          <a:xfrm>
            <a:off x="720000" y="2116888"/>
            <a:ext cx="326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673" name="Google Shape;1673;p100"/>
          <p:cNvGrpSpPr/>
          <p:nvPr/>
        </p:nvGrpSpPr>
        <p:grpSpPr>
          <a:xfrm rot="10800000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1674" name="Google Shape;1674;p100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1675" name="Google Shape;1675;p100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100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100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100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100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100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100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100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100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100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100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100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100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100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9" name="Google Shape;1689;p100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0" name="Google Shape;1690;p100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2" name="Google Shape;1692;p101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1693" name="Google Shape;1693;p101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101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101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101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101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101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101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101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101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101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101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101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10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101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101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10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101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0" name="Google Shape;1710;p101"/>
          <p:cNvSpPr txBox="1">
            <a:spLocks noGrp="1"/>
          </p:cNvSpPr>
          <p:nvPr>
            <p:ph type="subTitle" idx="1"/>
          </p:nvPr>
        </p:nvSpPr>
        <p:spPr>
          <a:xfrm>
            <a:off x="720000" y="1182900"/>
            <a:ext cx="6578100" cy="33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11" name="Google Shape;1711;p10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578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712" name="Google Shape;1712;p101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02"/>
          <p:cNvSpPr txBox="1">
            <a:spLocks noGrp="1"/>
          </p:cNvSpPr>
          <p:nvPr>
            <p:ph type="subTitle" idx="1"/>
          </p:nvPr>
        </p:nvSpPr>
        <p:spPr>
          <a:xfrm>
            <a:off x="719988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15" name="Google Shape;1715;p102"/>
          <p:cNvSpPr txBox="1">
            <a:spLocks noGrp="1"/>
          </p:cNvSpPr>
          <p:nvPr>
            <p:ph type="subTitle" idx="2"/>
          </p:nvPr>
        </p:nvSpPr>
        <p:spPr>
          <a:xfrm>
            <a:off x="4374813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16" name="Google Shape;1716;p102"/>
          <p:cNvSpPr txBox="1">
            <a:spLocks noGrp="1"/>
          </p:cNvSpPr>
          <p:nvPr>
            <p:ph type="subTitle" idx="3"/>
          </p:nvPr>
        </p:nvSpPr>
        <p:spPr>
          <a:xfrm>
            <a:off x="719988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7" name="Google Shape;1717;p102"/>
          <p:cNvSpPr txBox="1">
            <a:spLocks noGrp="1"/>
          </p:cNvSpPr>
          <p:nvPr>
            <p:ph type="subTitle" idx="4"/>
          </p:nvPr>
        </p:nvSpPr>
        <p:spPr>
          <a:xfrm>
            <a:off x="4374813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8" name="Google Shape;1718;p10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719" name="Google Shape;1719;p102"/>
          <p:cNvGrpSpPr/>
          <p:nvPr/>
        </p:nvGrpSpPr>
        <p:grpSpPr>
          <a:xfrm flipH="1">
            <a:off x="7601662" y="-8302"/>
            <a:ext cx="1542338" cy="5160073"/>
            <a:chOff x="7610237" y="2627"/>
            <a:chExt cx="1542338" cy="5160073"/>
          </a:xfrm>
        </p:grpSpPr>
        <p:sp>
          <p:nvSpPr>
            <p:cNvPr id="1720" name="Google Shape;1720;p102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102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102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102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102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102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102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102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102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102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102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102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02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02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02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02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02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7" name="Google Shape;1737;p102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103"/>
          <p:cNvSpPr txBox="1">
            <a:spLocks noGrp="1"/>
          </p:cNvSpPr>
          <p:nvPr>
            <p:ph type="subTitle" idx="1"/>
          </p:nvPr>
        </p:nvSpPr>
        <p:spPr>
          <a:xfrm>
            <a:off x="1703000" y="11865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40" name="Google Shape;1740;p103"/>
          <p:cNvSpPr txBox="1">
            <a:spLocks noGrp="1"/>
          </p:cNvSpPr>
          <p:nvPr>
            <p:ph type="subTitle" idx="2"/>
          </p:nvPr>
        </p:nvSpPr>
        <p:spPr>
          <a:xfrm>
            <a:off x="1703000" y="16319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1" name="Google Shape;1741;p103"/>
          <p:cNvSpPr txBox="1">
            <a:spLocks noGrp="1"/>
          </p:cNvSpPr>
          <p:nvPr>
            <p:ph type="subTitle" idx="3"/>
          </p:nvPr>
        </p:nvSpPr>
        <p:spPr>
          <a:xfrm>
            <a:off x="1703000" y="27403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2" name="Google Shape;1742;p103"/>
          <p:cNvSpPr txBox="1">
            <a:spLocks noGrp="1"/>
          </p:cNvSpPr>
          <p:nvPr>
            <p:ph type="subTitle" idx="4"/>
          </p:nvPr>
        </p:nvSpPr>
        <p:spPr>
          <a:xfrm>
            <a:off x="1703000" y="38487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3" name="Google Shape;1743;p10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744" name="Google Shape;1744;p103"/>
          <p:cNvSpPr txBox="1">
            <a:spLocks noGrp="1"/>
          </p:cNvSpPr>
          <p:nvPr>
            <p:ph type="subTitle" idx="5"/>
          </p:nvPr>
        </p:nvSpPr>
        <p:spPr>
          <a:xfrm>
            <a:off x="1703000" y="22949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45" name="Google Shape;1745;p103"/>
          <p:cNvSpPr txBox="1">
            <a:spLocks noGrp="1"/>
          </p:cNvSpPr>
          <p:nvPr>
            <p:ph type="subTitle" idx="6"/>
          </p:nvPr>
        </p:nvSpPr>
        <p:spPr>
          <a:xfrm>
            <a:off x="1703000" y="34033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746" name="Google Shape;1746;p103"/>
          <p:cNvGrpSpPr/>
          <p:nvPr/>
        </p:nvGrpSpPr>
        <p:grpSpPr>
          <a:xfrm rot="10800000"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1747" name="Google Shape;1747;p103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03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03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03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03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03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03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103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03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03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03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103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103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03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03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03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103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4" name="Google Shape;1764;p103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104"/>
          <p:cNvSpPr txBox="1">
            <a:spLocks noGrp="1"/>
          </p:cNvSpPr>
          <p:nvPr>
            <p:ph type="subTitle" idx="1"/>
          </p:nvPr>
        </p:nvSpPr>
        <p:spPr>
          <a:xfrm>
            <a:off x="1523550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67" name="Google Shape;1767;p104"/>
          <p:cNvSpPr txBox="1">
            <a:spLocks noGrp="1"/>
          </p:cNvSpPr>
          <p:nvPr>
            <p:ph type="subTitle" idx="2"/>
          </p:nvPr>
        </p:nvSpPr>
        <p:spPr>
          <a:xfrm>
            <a:off x="15235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8" name="Google Shape;1768;p104"/>
          <p:cNvSpPr txBox="1">
            <a:spLocks noGrp="1"/>
          </p:cNvSpPr>
          <p:nvPr>
            <p:ph type="subTitle" idx="3"/>
          </p:nvPr>
        </p:nvSpPr>
        <p:spPr>
          <a:xfrm>
            <a:off x="49280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9" name="Google Shape;1769;p104"/>
          <p:cNvSpPr txBox="1">
            <a:spLocks noGrp="1"/>
          </p:cNvSpPr>
          <p:nvPr>
            <p:ph type="subTitle" idx="4"/>
          </p:nvPr>
        </p:nvSpPr>
        <p:spPr>
          <a:xfrm>
            <a:off x="15235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0" name="Google Shape;1770;p104"/>
          <p:cNvSpPr txBox="1">
            <a:spLocks noGrp="1"/>
          </p:cNvSpPr>
          <p:nvPr>
            <p:ph type="subTitle" idx="5"/>
          </p:nvPr>
        </p:nvSpPr>
        <p:spPr>
          <a:xfrm>
            <a:off x="49280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1" name="Google Shape;1771;p10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772" name="Google Shape;1772;p104"/>
          <p:cNvSpPr txBox="1">
            <a:spLocks noGrp="1"/>
          </p:cNvSpPr>
          <p:nvPr>
            <p:ph type="subTitle" idx="6"/>
          </p:nvPr>
        </p:nvSpPr>
        <p:spPr>
          <a:xfrm>
            <a:off x="1523550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73" name="Google Shape;1773;p104"/>
          <p:cNvSpPr txBox="1">
            <a:spLocks noGrp="1"/>
          </p:cNvSpPr>
          <p:nvPr>
            <p:ph type="subTitle" idx="7"/>
          </p:nvPr>
        </p:nvSpPr>
        <p:spPr>
          <a:xfrm>
            <a:off x="4928048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74" name="Google Shape;1774;p104"/>
          <p:cNvSpPr txBox="1">
            <a:spLocks noGrp="1"/>
          </p:cNvSpPr>
          <p:nvPr>
            <p:ph type="subTitle" idx="8"/>
          </p:nvPr>
        </p:nvSpPr>
        <p:spPr>
          <a:xfrm>
            <a:off x="4928048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775" name="Google Shape;1775;p104"/>
          <p:cNvGrpSpPr/>
          <p:nvPr/>
        </p:nvGrpSpPr>
        <p:grpSpPr>
          <a:xfrm>
            <a:off x="7680525" y="0"/>
            <a:ext cx="1463475" cy="5143556"/>
            <a:chOff x="7680525" y="0"/>
            <a:chExt cx="1463475" cy="5143556"/>
          </a:xfrm>
        </p:grpSpPr>
        <p:grpSp>
          <p:nvGrpSpPr>
            <p:cNvPr id="1776" name="Google Shape;1776;p104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1777" name="Google Shape;1777;p104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104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104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104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104"/>
              <p:cNvSpPr/>
              <p:nvPr/>
            </p:nvSpPr>
            <p:spPr>
              <a:xfrm>
                <a:off x="4025675" y="15171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104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104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104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104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104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104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104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104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0" name="Google Shape;1790;p104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1791" name="Google Shape;1791;p104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104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93" name="Google Shape;1793;p104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105"/>
          <p:cNvSpPr txBox="1">
            <a:spLocks noGrp="1"/>
          </p:cNvSpPr>
          <p:nvPr>
            <p:ph type="subTitle" idx="1"/>
          </p:nvPr>
        </p:nvSpPr>
        <p:spPr>
          <a:xfrm>
            <a:off x="720000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96" name="Google Shape;1796;p105"/>
          <p:cNvSpPr txBox="1">
            <a:spLocks noGrp="1"/>
          </p:cNvSpPr>
          <p:nvPr>
            <p:ph type="subTitle" idx="2"/>
          </p:nvPr>
        </p:nvSpPr>
        <p:spPr>
          <a:xfrm>
            <a:off x="7200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7" name="Google Shape;1797;p105"/>
          <p:cNvSpPr txBox="1">
            <a:spLocks noGrp="1"/>
          </p:cNvSpPr>
          <p:nvPr>
            <p:ph type="subTitle" idx="3"/>
          </p:nvPr>
        </p:nvSpPr>
        <p:spPr>
          <a:xfrm>
            <a:off x="41245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8" name="Google Shape;1798;p105"/>
          <p:cNvSpPr txBox="1">
            <a:spLocks noGrp="1"/>
          </p:cNvSpPr>
          <p:nvPr>
            <p:ph type="subTitle" idx="4"/>
          </p:nvPr>
        </p:nvSpPr>
        <p:spPr>
          <a:xfrm>
            <a:off x="7200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9" name="Google Shape;1799;p105"/>
          <p:cNvSpPr txBox="1">
            <a:spLocks noGrp="1"/>
          </p:cNvSpPr>
          <p:nvPr>
            <p:ph type="subTitle" idx="5"/>
          </p:nvPr>
        </p:nvSpPr>
        <p:spPr>
          <a:xfrm>
            <a:off x="41245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0" name="Google Shape;1800;p10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801" name="Google Shape;1801;p105"/>
          <p:cNvSpPr txBox="1">
            <a:spLocks noGrp="1"/>
          </p:cNvSpPr>
          <p:nvPr>
            <p:ph type="subTitle" idx="6"/>
          </p:nvPr>
        </p:nvSpPr>
        <p:spPr>
          <a:xfrm>
            <a:off x="720000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02" name="Google Shape;1802;p105"/>
          <p:cNvSpPr txBox="1">
            <a:spLocks noGrp="1"/>
          </p:cNvSpPr>
          <p:nvPr>
            <p:ph type="subTitle" idx="7"/>
          </p:nvPr>
        </p:nvSpPr>
        <p:spPr>
          <a:xfrm>
            <a:off x="4124498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03" name="Google Shape;1803;p105"/>
          <p:cNvSpPr txBox="1">
            <a:spLocks noGrp="1"/>
          </p:cNvSpPr>
          <p:nvPr>
            <p:ph type="subTitle" idx="8"/>
          </p:nvPr>
        </p:nvSpPr>
        <p:spPr>
          <a:xfrm>
            <a:off x="4124498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804" name="Google Shape;1804;p105"/>
          <p:cNvGrpSpPr/>
          <p:nvPr/>
        </p:nvGrpSpPr>
        <p:grpSpPr>
          <a:xfrm flipH="1">
            <a:off x="7604540" y="-48"/>
            <a:ext cx="1539456" cy="5143534"/>
            <a:chOff x="-4160" y="-48"/>
            <a:chExt cx="1539456" cy="5143534"/>
          </a:xfrm>
        </p:grpSpPr>
        <p:sp>
          <p:nvSpPr>
            <p:cNvPr id="1805" name="Google Shape;1805;p105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105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105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05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105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105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105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105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105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105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5" name="Google Shape;1815;p105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10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818" name="Google Shape;1818;p106"/>
          <p:cNvSpPr txBox="1">
            <a:spLocks noGrp="1"/>
          </p:cNvSpPr>
          <p:nvPr>
            <p:ph type="subTitle" idx="1"/>
          </p:nvPr>
        </p:nvSpPr>
        <p:spPr>
          <a:xfrm>
            <a:off x="897848" y="2299001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9" name="Google Shape;1819;p106"/>
          <p:cNvSpPr txBox="1">
            <a:spLocks noGrp="1"/>
          </p:cNvSpPr>
          <p:nvPr>
            <p:ph type="subTitle" idx="2"/>
          </p:nvPr>
        </p:nvSpPr>
        <p:spPr>
          <a:xfrm>
            <a:off x="2965075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0" name="Google Shape;1820;p106"/>
          <p:cNvSpPr txBox="1">
            <a:spLocks noGrp="1"/>
          </p:cNvSpPr>
          <p:nvPr>
            <p:ph type="subTitle" idx="3"/>
          </p:nvPr>
        </p:nvSpPr>
        <p:spPr>
          <a:xfrm>
            <a:off x="5036500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1" name="Google Shape;1821;p106"/>
          <p:cNvSpPr txBox="1">
            <a:spLocks noGrp="1"/>
          </p:cNvSpPr>
          <p:nvPr>
            <p:ph type="subTitle" idx="4"/>
          </p:nvPr>
        </p:nvSpPr>
        <p:spPr>
          <a:xfrm>
            <a:off x="897848" y="4123692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2" name="Google Shape;1822;p106"/>
          <p:cNvSpPr txBox="1">
            <a:spLocks noGrp="1"/>
          </p:cNvSpPr>
          <p:nvPr>
            <p:ph type="subTitle" idx="5"/>
          </p:nvPr>
        </p:nvSpPr>
        <p:spPr>
          <a:xfrm>
            <a:off x="2965075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3" name="Google Shape;1823;p106"/>
          <p:cNvSpPr txBox="1">
            <a:spLocks noGrp="1"/>
          </p:cNvSpPr>
          <p:nvPr>
            <p:ph type="subTitle" idx="6"/>
          </p:nvPr>
        </p:nvSpPr>
        <p:spPr>
          <a:xfrm>
            <a:off x="5036500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4" name="Google Shape;1824;p106"/>
          <p:cNvSpPr txBox="1">
            <a:spLocks noGrp="1"/>
          </p:cNvSpPr>
          <p:nvPr>
            <p:ph type="subTitle" idx="7"/>
          </p:nvPr>
        </p:nvSpPr>
        <p:spPr>
          <a:xfrm>
            <a:off x="893700" y="1863675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5" name="Google Shape;1825;p106"/>
          <p:cNvSpPr txBox="1">
            <a:spLocks noGrp="1"/>
          </p:cNvSpPr>
          <p:nvPr>
            <p:ph type="subTitle" idx="8"/>
          </p:nvPr>
        </p:nvSpPr>
        <p:spPr>
          <a:xfrm>
            <a:off x="2965075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6" name="Google Shape;1826;p106"/>
          <p:cNvSpPr txBox="1">
            <a:spLocks noGrp="1"/>
          </p:cNvSpPr>
          <p:nvPr>
            <p:ph type="subTitle" idx="9"/>
          </p:nvPr>
        </p:nvSpPr>
        <p:spPr>
          <a:xfrm>
            <a:off x="5040657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7" name="Google Shape;1827;p106"/>
          <p:cNvSpPr txBox="1">
            <a:spLocks noGrp="1"/>
          </p:cNvSpPr>
          <p:nvPr>
            <p:ph type="subTitle" idx="13"/>
          </p:nvPr>
        </p:nvSpPr>
        <p:spPr>
          <a:xfrm>
            <a:off x="893700" y="3683823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8" name="Google Shape;1828;p106"/>
          <p:cNvSpPr txBox="1">
            <a:spLocks noGrp="1"/>
          </p:cNvSpPr>
          <p:nvPr>
            <p:ph type="subTitle" idx="14"/>
          </p:nvPr>
        </p:nvSpPr>
        <p:spPr>
          <a:xfrm>
            <a:off x="2965075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9" name="Google Shape;1829;p106"/>
          <p:cNvSpPr txBox="1">
            <a:spLocks noGrp="1"/>
          </p:cNvSpPr>
          <p:nvPr>
            <p:ph type="subTitle" idx="15"/>
          </p:nvPr>
        </p:nvSpPr>
        <p:spPr>
          <a:xfrm>
            <a:off x="5040657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830" name="Google Shape;1830;p106"/>
          <p:cNvGrpSpPr/>
          <p:nvPr/>
        </p:nvGrpSpPr>
        <p:grpSpPr>
          <a:xfrm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1831" name="Google Shape;1831;p106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106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106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106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106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106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106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106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106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106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106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106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106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106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106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106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106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8" name="Google Shape;1848;p106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107"/>
          <p:cNvSpPr txBox="1">
            <a:spLocks noGrp="1"/>
          </p:cNvSpPr>
          <p:nvPr>
            <p:ph type="title" hasCustomPrompt="1"/>
          </p:nvPr>
        </p:nvSpPr>
        <p:spPr>
          <a:xfrm>
            <a:off x="92930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51" name="Google Shape;1851;p107"/>
          <p:cNvSpPr txBox="1">
            <a:spLocks noGrp="1"/>
          </p:cNvSpPr>
          <p:nvPr>
            <p:ph type="subTitle" idx="1"/>
          </p:nvPr>
        </p:nvSpPr>
        <p:spPr>
          <a:xfrm>
            <a:off x="72735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2" name="Google Shape;1852;p107"/>
          <p:cNvSpPr txBox="1">
            <a:spLocks noGrp="1"/>
          </p:cNvSpPr>
          <p:nvPr>
            <p:ph type="title" idx="2" hasCustomPrompt="1"/>
          </p:nvPr>
        </p:nvSpPr>
        <p:spPr>
          <a:xfrm>
            <a:off x="3721975" y="2137388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53" name="Google Shape;1853;p107"/>
          <p:cNvSpPr txBox="1">
            <a:spLocks noGrp="1"/>
          </p:cNvSpPr>
          <p:nvPr>
            <p:ph type="subTitle" idx="3"/>
          </p:nvPr>
        </p:nvSpPr>
        <p:spPr>
          <a:xfrm>
            <a:off x="3520025" y="3176463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4" name="Google Shape;1854;p107"/>
          <p:cNvSpPr txBox="1">
            <a:spLocks noGrp="1"/>
          </p:cNvSpPr>
          <p:nvPr>
            <p:ph type="title" idx="4" hasCustomPrompt="1"/>
          </p:nvPr>
        </p:nvSpPr>
        <p:spPr>
          <a:xfrm>
            <a:off x="651465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55" name="Google Shape;1855;p107"/>
          <p:cNvSpPr txBox="1">
            <a:spLocks noGrp="1"/>
          </p:cNvSpPr>
          <p:nvPr>
            <p:ph type="subTitle" idx="5"/>
          </p:nvPr>
        </p:nvSpPr>
        <p:spPr>
          <a:xfrm>
            <a:off x="631270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56" name="Google Shape;1856;p107"/>
          <p:cNvGrpSpPr/>
          <p:nvPr/>
        </p:nvGrpSpPr>
        <p:grpSpPr>
          <a:xfrm rot="10800000"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1857" name="Google Shape;1857;p107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1858" name="Google Shape;1858;p107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107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107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107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107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107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107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107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107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107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107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107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107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107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72" name="Google Shape;1872;p107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3" name="Google Shape;1873;p107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108"/>
          <p:cNvSpPr txBox="1">
            <a:spLocks noGrp="1"/>
          </p:cNvSpPr>
          <p:nvPr>
            <p:ph type="title" hasCustomPrompt="1"/>
          </p:nvPr>
        </p:nvSpPr>
        <p:spPr>
          <a:xfrm>
            <a:off x="3101163" y="1409791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76" name="Google Shape;1876;p108"/>
          <p:cNvSpPr txBox="1">
            <a:spLocks noGrp="1"/>
          </p:cNvSpPr>
          <p:nvPr>
            <p:ph type="subTitle" idx="1"/>
          </p:nvPr>
        </p:nvSpPr>
        <p:spPr>
          <a:xfrm>
            <a:off x="3101163" y="1930587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7" name="Google Shape;1877;p108"/>
          <p:cNvSpPr txBox="1">
            <a:spLocks noGrp="1"/>
          </p:cNvSpPr>
          <p:nvPr>
            <p:ph type="title" idx="2" hasCustomPrompt="1"/>
          </p:nvPr>
        </p:nvSpPr>
        <p:spPr>
          <a:xfrm>
            <a:off x="6312688" y="1409791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78" name="Google Shape;1878;p108"/>
          <p:cNvSpPr txBox="1">
            <a:spLocks noGrp="1"/>
          </p:cNvSpPr>
          <p:nvPr>
            <p:ph type="subTitle" idx="3"/>
          </p:nvPr>
        </p:nvSpPr>
        <p:spPr>
          <a:xfrm>
            <a:off x="6312688" y="1930579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9" name="Google Shape;1879;p108"/>
          <p:cNvSpPr txBox="1">
            <a:spLocks noGrp="1"/>
          </p:cNvSpPr>
          <p:nvPr>
            <p:ph type="title" idx="4" hasCustomPrompt="1"/>
          </p:nvPr>
        </p:nvSpPr>
        <p:spPr>
          <a:xfrm>
            <a:off x="3101163" y="3171014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80" name="Google Shape;1880;p108"/>
          <p:cNvSpPr txBox="1">
            <a:spLocks noGrp="1"/>
          </p:cNvSpPr>
          <p:nvPr>
            <p:ph type="subTitle" idx="5"/>
          </p:nvPr>
        </p:nvSpPr>
        <p:spPr>
          <a:xfrm>
            <a:off x="3101163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1" name="Google Shape;1881;p108"/>
          <p:cNvSpPr txBox="1">
            <a:spLocks noGrp="1"/>
          </p:cNvSpPr>
          <p:nvPr>
            <p:ph type="title" idx="6" hasCustomPrompt="1"/>
          </p:nvPr>
        </p:nvSpPr>
        <p:spPr>
          <a:xfrm>
            <a:off x="6312688" y="3171015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882" name="Google Shape;1882;p108"/>
          <p:cNvSpPr txBox="1">
            <a:spLocks noGrp="1"/>
          </p:cNvSpPr>
          <p:nvPr>
            <p:ph type="subTitle" idx="7"/>
          </p:nvPr>
        </p:nvSpPr>
        <p:spPr>
          <a:xfrm>
            <a:off x="6312688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3" name="Google Shape;1883;p108"/>
          <p:cNvSpPr txBox="1">
            <a:spLocks noGrp="1"/>
          </p:cNvSpPr>
          <p:nvPr>
            <p:ph type="title" idx="8"/>
          </p:nvPr>
        </p:nvSpPr>
        <p:spPr>
          <a:xfrm>
            <a:off x="1993125" y="445025"/>
            <a:ext cx="643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884" name="Google Shape;1884;p108"/>
          <p:cNvGrpSpPr/>
          <p:nvPr/>
        </p:nvGrpSpPr>
        <p:grpSpPr>
          <a:xfrm rot="10800000" flipH="1"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1885" name="Google Shape;1885;p108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108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108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108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108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108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108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108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108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108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5" name="Google Shape;1895;p108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109"/>
          <p:cNvSpPr txBox="1">
            <a:spLocks noGrp="1"/>
          </p:cNvSpPr>
          <p:nvPr>
            <p:ph type="ctrTitle"/>
          </p:nvPr>
        </p:nvSpPr>
        <p:spPr>
          <a:xfrm>
            <a:off x="3451975" y="998763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98" name="Google Shape;1898;p109"/>
          <p:cNvSpPr txBox="1">
            <a:spLocks noGrp="1"/>
          </p:cNvSpPr>
          <p:nvPr>
            <p:ph type="subTitle" idx="1"/>
          </p:nvPr>
        </p:nvSpPr>
        <p:spPr>
          <a:xfrm>
            <a:off x="3447100" y="1890621"/>
            <a:ext cx="4293900" cy="12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99" name="Google Shape;1899;p109"/>
          <p:cNvSpPr txBox="1"/>
          <p:nvPr/>
        </p:nvSpPr>
        <p:spPr>
          <a:xfrm>
            <a:off x="3451975" y="3689688"/>
            <a:ext cx="44382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and it includes icons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infographics &amp; images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1900" name="Google Shape;1900;p109"/>
          <p:cNvGrpSpPr/>
          <p:nvPr/>
        </p:nvGrpSpPr>
        <p:grpSpPr>
          <a:xfrm rot="10800000">
            <a:off x="-36910" y="-164"/>
            <a:ext cx="3086466" cy="5143851"/>
            <a:chOff x="-1" y="-164"/>
            <a:chExt cx="3086466" cy="5143851"/>
          </a:xfrm>
        </p:grpSpPr>
        <p:sp>
          <p:nvSpPr>
            <p:cNvPr id="1901" name="Google Shape;1901;p109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109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109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109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109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109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109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109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109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109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109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109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109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109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109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109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109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109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109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109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1" name="Google Shape;1921;p109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3" name="Google Shape;1923;p110"/>
          <p:cNvGrpSpPr/>
          <p:nvPr/>
        </p:nvGrpSpPr>
        <p:grpSpPr>
          <a:xfrm rot="10800000">
            <a:off x="-18207" y="-175"/>
            <a:ext cx="1145713" cy="5143862"/>
            <a:chOff x="1940752" y="-164"/>
            <a:chExt cx="1145713" cy="5143862"/>
          </a:xfrm>
        </p:grpSpPr>
        <p:sp>
          <p:nvSpPr>
            <p:cNvPr id="1924" name="Google Shape;1924;p110"/>
            <p:cNvSpPr/>
            <p:nvPr/>
          </p:nvSpPr>
          <p:spPr>
            <a:xfrm rot="-5400000">
              <a:off x="-59296" y="2005177"/>
              <a:ext cx="5143851" cy="1133189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110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110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110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110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110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110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110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110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3" name="Google Shape;1933;p110"/>
          <p:cNvGrpSpPr/>
          <p:nvPr/>
        </p:nvGrpSpPr>
        <p:grpSpPr>
          <a:xfrm rot="-5400000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1934" name="Google Shape;1934;p110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5" name="Google Shape;1935;p110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1936" name="Google Shape;1936;p110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10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10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10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1" name="Google Shape;1941;p111"/>
          <p:cNvGrpSpPr/>
          <p:nvPr/>
        </p:nvGrpSpPr>
        <p:grpSpPr>
          <a:xfrm flipH="1">
            <a:off x="-18663" y="4014980"/>
            <a:ext cx="9181330" cy="1149629"/>
            <a:chOff x="-17463" y="-1061"/>
            <a:chExt cx="9181330" cy="1149629"/>
          </a:xfrm>
        </p:grpSpPr>
        <p:grpSp>
          <p:nvGrpSpPr>
            <p:cNvPr id="1942" name="Google Shape;1942;p111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1943" name="Google Shape;1943;p111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11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11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11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11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111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111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111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111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111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111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111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111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111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57" name="Google Shape;1957;p111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113"/>
          <p:cNvSpPr txBox="1">
            <a:spLocks noGrp="1"/>
          </p:cNvSpPr>
          <p:nvPr>
            <p:ph type="ctrTitle"/>
          </p:nvPr>
        </p:nvSpPr>
        <p:spPr>
          <a:xfrm>
            <a:off x="3447100" y="1391250"/>
            <a:ext cx="44331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963" name="Google Shape;1963;p113"/>
          <p:cNvSpPr txBox="1">
            <a:spLocks noGrp="1"/>
          </p:cNvSpPr>
          <p:nvPr>
            <p:ph type="subTitle" idx="1"/>
          </p:nvPr>
        </p:nvSpPr>
        <p:spPr>
          <a:xfrm>
            <a:off x="3447100" y="3647550"/>
            <a:ext cx="4433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64" name="Google Shape;1964;p113"/>
          <p:cNvSpPr txBox="1">
            <a:spLocks noGrp="1"/>
          </p:cNvSpPr>
          <p:nvPr>
            <p:ph type="sldNum" idx="12"/>
          </p:nvPr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965" name="Google Shape;1965;p113"/>
          <p:cNvGrpSpPr/>
          <p:nvPr/>
        </p:nvGrpSpPr>
        <p:grpSpPr>
          <a:xfrm>
            <a:off x="-1" y="-164"/>
            <a:ext cx="3115359" cy="5143851"/>
            <a:chOff x="-1" y="-164"/>
            <a:chExt cx="3115359" cy="5143851"/>
          </a:xfrm>
        </p:grpSpPr>
        <p:sp>
          <p:nvSpPr>
            <p:cNvPr id="1966" name="Google Shape;1966;p113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113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113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113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113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113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113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113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113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113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113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113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113"/>
            <p:cNvSpPr/>
            <p:nvPr/>
          </p:nvSpPr>
          <p:spPr>
            <a:xfrm rot="-5400000">
              <a:off x="1944090" y="1481907"/>
              <a:ext cx="1175328" cy="1167209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113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113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113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113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113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113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113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114"/>
          <p:cNvSpPr txBox="1">
            <a:spLocks noGrp="1"/>
          </p:cNvSpPr>
          <p:nvPr>
            <p:ph type="title"/>
          </p:nvPr>
        </p:nvSpPr>
        <p:spPr>
          <a:xfrm>
            <a:off x="2074225" y="2922963"/>
            <a:ext cx="4995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88" name="Google Shape;1988;p114"/>
          <p:cNvSpPr txBox="1">
            <a:spLocks noGrp="1"/>
          </p:cNvSpPr>
          <p:nvPr>
            <p:ph type="title" idx="2" hasCustomPrompt="1"/>
          </p:nvPr>
        </p:nvSpPr>
        <p:spPr>
          <a:xfrm>
            <a:off x="2074150" y="1389063"/>
            <a:ext cx="1640700" cy="13626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89" name="Google Shape;1989;p114"/>
          <p:cNvSpPr txBox="1">
            <a:spLocks noGrp="1"/>
          </p:cNvSpPr>
          <p:nvPr>
            <p:ph type="subTitle" idx="1"/>
          </p:nvPr>
        </p:nvSpPr>
        <p:spPr>
          <a:xfrm>
            <a:off x="2074225" y="3582888"/>
            <a:ext cx="4995600" cy="5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0" name="Google Shape;1990;p114"/>
          <p:cNvSpPr txBox="1">
            <a:spLocks noGrp="1"/>
          </p:cNvSpPr>
          <p:nvPr>
            <p:ph type="sldNum" idx="12"/>
          </p:nvPr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991" name="Google Shape;1991;p114"/>
          <p:cNvGrpSpPr/>
          <p:nvPr/>
        </p:nvGrpSpPr>
        <p:grpSpPr>
          <a:xfrm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1992" name="Google Shape;1992;p114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114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114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114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114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114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114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114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114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114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2" name="Google Shape;2002;p114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2003" name="Google Shape;2003;p114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04" name="Google Shape;2004;p114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2005" name="Google Shape;2005;p114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14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114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114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p1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21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011" name="Google Shape;2011;p115"/>
          <p:cNvSpPr txBox="1">
            <a:spLocks noGrp="1"/>
          </p:cNvSpPr>
          <p:nvPr>
            <p:ph type="body" idx="1"/>
          </p:nvPr>
        </p:nvSpPr>
        <p:spPr>
          <a:xfrm>
            <a:off x="720000" y="1117025"/>
            <a:ext cx="72138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5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012" name="Google Shape;2012;p115"/>
          <p:cNvGrpSpPr/>
          <p:nvPr/>
        </p:nvGrpSpPr>
        <p:grpSpPr>
          <a:xfrm rot="-5400000" flipH="1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2013" name="Google Shape;2013;p115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14" name="Google Shape;2014;p115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2015" name="Google Shape;2015;p115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15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115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115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19" name="Google Shape;2019;p115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116"/>
          <p:cNvSpPr txBox="1">
            <a:spLocks noGrp="1"/>
          </p:cNvSpPr>
          <p:nvPr>
            <p:ph type="subTitle" idx="1"/>
          </p:nvPr>
        </p:nvSpPr>
        <p:spPr>
          <a:xfrm>
            <a:off x="19606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22" name="Google Shape;2022;p116"/>
          <p:cNvSpPr txBox="1">
            <a:spLocks noGrp="1"/>
          </p:cNvSpPr>
          <p:nvPr>
            <p:ph type="subTitle" idx="2"/>
          </p:nvPr>
        </p:nvSpPr>
        <p:spPr>
          <a:xfrm>
            <a:off x="52878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23" name="Google Shape;2023;p116"/>
          <p:cNvSpPr txBox="1">
            <a:spLocks noGrp="1"/>
          </p:cNvSpPr>
          <p:nvPr>
            <p:ph type="subTitle" idx="3"/>
          </p:nvPr>
        </p:nvSpPr>
        <p:spPr>
          <a:xfrm>
            <a:off x="19606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4" name="Google Shape;2024;p116"/>
          <p:cNvSpPr txBox="1">
            <a:spLocks noGrp="1"/>
          </p:cNvSpPr>
          <p:nvPr>
            <p:ph type="subTitle" idx="4"/>
          </p:nvPr>
        </p:nvSpPr>
        <p:spPr>
          <a:xfrm>
            <a:off x="52878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5" name="Google Shape;2025;p1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026" name="Google Shape;2026;p116"/>
          <p:cNvGrpSpPr/>
          <p:nvPr/>
        </p:nvGrpSpPr>
        <p:grpSpPr>
          <a:xfrm rot="10800000" flipH="1">
            <a:off x="-5" y="-23"/>
            <a:ext cx="1539456" cy="5143534"/>
            <a:chOff x="7633570" y="-10"/>
            <a:chExt cx="1539456" cy="5143534"/>
          </a:xfrm>
        </p:grpSpPr>
        <p:sp>
          <p:nvSpPr>
            <p:cNvPr id="2027" name="Google Shape;2027;p116"/>
            <p:cNvSpPr/>
            <p:nvPr/>
          </p:nvSpPr>
          <p:spPr>
            <a:xfrm rot="5400000">
              <a:off x="7553559" y="94230"/>
              <a:ext cx="1713696" cy="152523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116"/>
            <p:cNvSpPr/>
            <p:nvPr/>
          </p:nvSpPr>
          <p:spPr>
            <a:xfrm rot="5400000">
              <a:off x="7545807" y="87753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116"/>
            <p:cNvSpPr/>
            <p:nvPr/>
          </p:nvSpPr>
          <p:spPr>
            <a:xfrm rot="5400000">
              <a:off x="7546450" y="1802029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116"/>
            <p:cNvSpPr/>
            <p:nvPr/>
          </p:nvSpPr>
          <p:spPr>
            <a:xfrm rot="5400000">
              <a:off x="7722635" y="1889788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116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116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116"/>
            <p:cNvSpPr/>
            <p:nvPr/>
          </p:nvSpPr>
          <p:spPr>
            <a:xfrm rot="5400000">
              <a:off x="7974874" y="2230436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116"/>
            <p:cNvSpPr/>
            <p:nvPr/>
          </p:nvSpPr>
          <p:spPr>
            <a:xfrm rot="5400000">
              <a:off x="7633586" y="990721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116"/>
            <p:cNvSpPr/>
            <p:nvPr/>
          </p:nvSpPr>
          <p:spPr>
            <a:xfrm rot="5400000">
              <a:off x="8013247" y="3935614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116"/>
            <p:cNvSpPr/>
            <p:nvPr/>
          </p:nvSpPr>
          <p:spPr>
            <a:xfrm rot="5400000">
              <a:off x="7974859" y="1373619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7" name="Google Shape;2037;p116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p117"/>
          <p:cNvSpPr txBox="1">
            <a:spLocks noGrp="1"/>
          </p:cNvSpPr>
          <p:nvPr>
            <p:ph type="title"/>
          </p:nvPr>
        </p:nvSpPr>
        <p:spPr>
          <a:xfrm>
            <a:off x="1924050" y="445025"/>
            <a:ext cx="6500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040" name="Google Shape;2040;p117"/>
          <p:cNvGrpSpPr/>
          <p:nvPr/>
        </p:nvGrpSpPr>
        <p:grpSpPr>
          <a:xfrm>
            <a:off x="-9763" y="-17232"/>
            <a:ext cx="1542338" cy="5160073"/>
            <a:chOff x="7610237" y="2627"/>
            <a:chExt cx="1542338" cy="5160073"/>
          </a:xfrm>
        </p:grpSpPr>
        <p:sp>
          <p:nvSpPr>
            <p:cNvPr id="2041" name="Google Shape;2041;p117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117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117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117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117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117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117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117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117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117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117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117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117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117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117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117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117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8" name="Google Shape;2058;p117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118"/>
          <p:cNvSpPr txBox="1">
            <a:spLocks noGrp="1"/>
          </p:cNvSpPr>
          <p:nvPr>
            <p:ph type="title"/>
          </p:nvPr>
        </p:nvSpPr>
        <p:spPr>
          <a:xfrm>
            <a:off x="3680150" y="1435075"/>
            <a:ext cx="4389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061" name="Google Shape;2061;p118"/>
          <p:cNvSpPr txBox="1">
            <a:spLocks noGrp="1"/>
          </p:cNvSpPr>
          <p:nvPr>
            <p:ph type="body" idx="1"/>
          </p:nvPr>
        </p:nvSpPr>
        <p:spPr>
          <a:xfrm>
            <a:off x="3680150" y="2007775"/>
            <a:ext cx="4389300" cy="231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062" name="Google Shape;2062;p118"/>
          <p:cNvGrpSpPr/>
          <p:nvPr/>
        </p:nvGrpSpPr>
        <p:grpSpPr>
          <a:xfrm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2063" name="Google Shape;2063;p118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2064" name="Google Shape;2064;p118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118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18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18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18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18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18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18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18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18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18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18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18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18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78" name="Google Shape;2078;p118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9" name="Google Shape;2079;p118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119"/>
          <p:cNvSpPr txBox="1">
            <a:spLocks noGrp="1"/>
          </p:cNvSpPr>
          <p:nvPr>
            <p:ph type="title"/>
          </p:nvPr>
        </p:nvSpPr>
        <p:spPr>
          <a:xfrm>
            <a:off x="2638975" y="1342825"/>
            <a:ext cx="5202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2082" name="Google Shape;2082;p119"/>
          <p:cNvGrpSpPr/>
          <p:nvPr/>
        </p:nvGrpSpPr>
        <p:grpSpPr>
          <a:xfrm>
            <a:off x="-1" y="-176"/>
            <a:ext cx="2068997" cy="5143863"/>
            <a:chOff x="-1" y="-176"/>
            <a:chExt cx="2068997" cy="5143863"/>
          </a:xfrm>
        </p:grpSpPr>
        <p:sp>
          <p:nvSpPr>
            <p:cNvPr id="2083" name="Google Shape;2083;p119"/>
            <p:cNvSpPr/>
            <p:nvPr/>
          </p:nvSpPr>
          <p:spPr>
            <a:xfrm rot="-5400000">
              <a:off x="-1629798" y="1629621"/>
              <a:ext cx="5143851" cy="1884256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119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119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119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119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119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119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119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119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119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119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119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5" name="Google Shape;2095;p119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120"/>
          <p:cNvSpPr txBox="1">
            <a:spLocks noGrp="1"/>
          </p:cNvSpPr>
          <p:nvPr>
            <p:ph type="title"/>
          </p:nvPr>
        </p:nvSpPr>
        <p:spPr>
          <a:xfrm>
            <a:off x="1849175" y="1179150"/>
            <a:ext cx="35355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98" name="Google Shape;2098;p120"/>
          <p:cNvSpPr txBox="1">
            <a:spLocks noGrp="1"/>
          </p:cNvSpPr>
          <p:nvPr>
            <p:ph type="subTitle" idx="1"/>
          </p:nvPr>
        </p:nvSpPr>
        <p:spPr>
          <a:xfrm>
            <a:off x="1849175" y="2860950"/>
            <a:ext cx="3535500" cy="11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99" name="Google Shape;2099;p120"/>
          <p:cNvGrpSpPr/>
          <p:nvPr/>
        </p:nvGrpSpPr>
        <p:grpSpPr>
          <a:xfrm rot="10800000" flipH="1">
            <a:off x="-6888" y="-17232"/>
            <a:ext cx="1542338" cy="5160073"/>
            <a:chOff x="7610237" y="2627"/>
            <a:chExt cx="1542338" cy="5160073"/>
          </a:xfrm>
        </p:grpSpPr>
        <p:sp>
          <p:nvSpPr>
            <p:cNvPr id="2100" name="Google Shape;2100;p120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20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20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20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20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20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20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20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20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20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20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20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2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20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20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2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20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7" name="Google Shape;2117;p120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121"/>
          <p:cNvSpPr txBox="1">
            <a:spLocks noGrp="1"/>
          </p:cNvSpPr>
          <p:nvPr>
            <p:ph type="title"/>
          </p:nvPr>
        </p:nvSpPr>
        <p:spPr>
          <a:xfrm>
            <a:off x="715100" y="1378725"/>
            <a:ext cx="3803400" cy="9483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120" name="Google Shape;2120;p121"/>
          <p:cNvGrpSpPr/>
          <p:nvPr/>
        </p:nvGrpSpPr>
        <p:grpSpPr>
          <a:xfrm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2121" name="Google Shape;2121;p121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2122" name="Google Shape;2122;p121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121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121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121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121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121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121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121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121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121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121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121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121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121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36" name="Google Shape;2136;p121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122"/>
          <p:cNvSpPr txBox="1">
            <a:spLocks noGrp="1"/>
          </p:cNvSpPr>
          <p:nvPr>
            <p:ph type="title" hasCustomPrompt="1"/>
          </p:nvPr>
        </p:nvSpPr>
        <p:spPr>
          <a:xfrm>
            <a:off x="2081125" y="1466663"/>
            <a:ext cx="2741400" cy="16770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139" name="Google Shape;2139;p122"/>
          <p:cNvSpPr txBox="1">
            <a:spLocks noGrp="1"/>
          </p:cNvSpPr>
          <p:nvPr>
            <p:ph type="subTitle" idx="1"/>
          </p:nvPr>
        </p:nvSpPr>
        <p:spPr>
          <a:xfrm>
            <a:off x="2081125" y="3224950"/>
            <a:ext cx="4322100" cy="4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140" name="Google Shape;2140;p122"/>
          <p:cNvGrpSpPr/>
          <p:nvPr/>
        </p:nvGrpSpPr>
        <p:grpSpPr>
          <a:xfrm flipH="1">
            <a:off x="-4160" y="-48"/>
            <a:ext cx="1549894" cy="5143534"/>
            <a:chOff x="-14598" y="-48"/>
            <a:chExt cx="1549894" cy="5143534"/>
          </a:xfrm>
        </p:grpSpPr>
        <p:sp>
          <p:nvSpPr>
            <p:cNvPr id="2141" name="Google Shape;2141;p122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22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22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22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22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22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22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22"/>
            <p:cNvSpPr/>
            <p:nvPr/>
          </p:nvSpPr>
          <p:spPr>
            <a:xfrm rot="5400000">
              <a:off x="-14598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22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22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1" name="Google Shape;2151;p122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2152" name="Google Shape;2152;p122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53" name="Google Shape;2153;p122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2154" name="Google Shape;2154;p122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122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122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122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58" name="Google Shape;2158;p122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124"/>
          <p:cNvSpPr txBox="1">
            <a:spLocks noGrp="1"/>
          </p:cNvSpPr>
          <p:nvPr>
            <p:ph type="title" hasCustomPrompt="1"/>
          </p:nvPr>
        </p:nvSpPr>
        <p:spPr>
          <a:xfrm>
            <a:off x="715100" y="13736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62" name="Google Shape;2162;p124"/>
          <p:cNvSpPr txBox="1">
            <a:spLocks noGrp="1"/>
          </p:cNvSpPr>
          <p:nvPr>
            <p:ph type="subTitle" idx="1"/>
          </p:nvPr>
        </p:nvSpPr>
        <p:spPr>
          <a:xfrm>
            <a:off x="16495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3" name="Google Shape;2163;p124"/>
          <p:cNvSpPr txBox="1">
            <a:spLocks noGrp="1"/>
          </p:cNvSpPr>
          <p:nvPr>
            <p:ph type="title" idx="2" hasCustomPrompt="1"/>
          </p:nvPr>
        </p:nvSpPr>
        <p:spPr>
          <a:xfrm>
            <a:off x="4064600" y="1373650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64" name="Google Shape;2164;p124"/>
          <p:cNvSpPr txBox="1">
            <a:spLocks noGrp="1"/>
          </p:cNvSpPr>
          <p:nvPr>
            <p:ph type="subTitle" idx="3"/>
          </p:nvPr>
        </p:nvSpPr>
        <p:spPr>
          <a:xfrm>
            <a:off x="49990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5" name="Google Shape;2165;p124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66" name="Google Shape;2166;p124"/>
          <p:cNvSpPr txBox="1">
            <a:spLocks noGrp="1"/>
          </p:cNvSpPr>
          <p:nvPr>
            <p:ph type="subTitle" idx="5"/>
          </p:nvPr>
        </p:nvSpPr>
        <p:spPr>
          <a:xfrm>
            <a:off x="16495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7" name="Google Shape;2167;p124"/>
          <p:cNvSpPr txBox="1">
            <a:spLocks noGrp="1"/>
          </p:cNvSpPr>
          <p:nvPr>
            <p:ph type="title" idx="6" hasCustomPrompt="1"/>
          </p:nvPr>
        </p:nvSpPr>
        <p:spPr>
          <a:xfrm>
            <a:off x="40646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68" name="Google Shape;2168;p124"/>
          <p:cNvSpPr txBox="1">
            <a:spLocks noGrp="1"/>
          </p:cNvSpPr>
          <p:nvPr>
            <p:ph type="subTitle" idx="7"/>
          </p:nvPr>
        </p:nvSpPr>
        <p:spPr>
          <a:xfrm>
            <a:off x="49990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9" name="Google Shape;2169;p124"/>
          <p:cNvSpPr txBox="1">
            <a:spLocks noGrp="1"/>
          </p:cNvSpPr>
          <p:nvPr>
            <p:ph type="sldNum" idx="12"/>
          </p:nvPr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0" name="Google Shape;2170;p124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171" name="Google Shape;2171;p124"/>
          <p:cNvSpPr txBox="1">
            <a:spLocks noGrp="1"/>
          </p:cNvSpPr>
          <p:nvPr>
            <p:ph type="subTitle" idx="9"/>
          </p:nvPr>
        </p:nvSpPr>
        <p:spPr>
          <a:xfrm>
            <a:off x="16446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72" name="Google Shape;2172;p124"/>
          <p:cNvSpPr txBox="1">
            <a:spLocks noGrp="1"/>
          </p:cNvSpPr>
          <p:nvPr>
            <p:ph type="subTitle" idx="13"/>
          </p:nvPr>
        </p:nvSpPr>
        <p:spPr>
          <a:xfrm>
            <a:off x="49990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73" name="Google Shape;2173;p124"/>
          <p:cNvSpPr txBox="1">
            <a:spLocks noGrp="1"/>
          </p:cNvSpPr>
          <p:nvPr>
            <p:ph type="subTitle" idx="14"/>
          </p:nvPr>
        </p:nvSpPr>
        <p:spPr>
          <a:xfrm>
            <a:off x="16446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74" name="Google Shape;2174;p124"/>
          <p:cNvSpPr txBox="1">
            <a:spLocks noGrp="1"/>
          </p:cNvSpPr>
          <p:nvPr>
            <p:ph type="subTitle" idx="15"/>
          </p:nvPr>
        </p:nvSpPr>
        <p:spPr>
          <a:xfrm>
            <a:off x="49990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175" name="Google Shape;2175;p124"/>
          <p:cNvGrpSpPr/>
          <p:nvPr/>
        </p:nvGrpSpPr>
        <p:grpSpPr>
          <a:xfrm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2176" name="Google Shape;2176;p124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24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24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24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24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24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24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24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24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24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24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24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24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24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24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24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24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p125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6504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195" name="Google Shape;2195;p125"/>
          <p:cNvGrpSpPr/>
          <p:nvPr/>
        </p:nvGrpSpPr>
        <p:grpSpPr>
          <a:xfrm>
            <a:off x="7594627" y="-48"/>
            <a:ext cx="1559299" cy="5143534"/>
            <a:chOff x="-14073" y="-48"/>
            <a:chExt cx="1559299" cy="5143534"/>
          </a:xfrm>
        </p:grpSpPr>
        <p:sp>
          <p:nvSpPr>
            <p:cNvPr id="2196" name="Google Shape;2196;p125"/>
            <p:cNvSpPr/>
            <p:nvPr/>
          </p:nvSpPr>
          <p:spPr>
            <a:xfrm rot="5400000">
              <a:off x="-8135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25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25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25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25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25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25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25"/>
            <p:cNvSpPr/>
            <p:nvPr/>
          </p:nvSpPr>
          <p:spPr>
            <a:xfrm rot="5400000">
              <a:off x="-1407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25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25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6" name="Google Shape;2206;p125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1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209" name="Google Shape;2209;p126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2210" name="Google Shape;2210;p126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11" name="Google Shape;2211;p126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2212" name="Google Shape;2212;p126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126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126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126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16" name="Google Shape;2216;p126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"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1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219" name="Google Shape;2219;p127"/>
          <p:cNvGrpSpPr/>
          <p:nvPr/>
        </p:nvGrpSpPr>
        <p:grpSpPr>
          <a:xfrm>
            <a:off x="7670071" y="0"/>
            <a:ext cx="1473929" cy="5143556"/>
            <a:chOff x="7670071" y="0"/>
            <a:chExt cx="1473929" cy="5143556"/>
          </a:xfrm>
        </p:grpSpPr>
        <p:sp>
          <p:nvSpPr>
            <p:cNvPr id="2220" name="Google Shape;2220;p127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5"/>
                  </a:lnTo>
                  <a:lnTo>
                    <a:pt x="58405" y="524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127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58405" y="52445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27"/>
            <p:cNvSpPr/>
            <p:nvPr/>
          </p:nvSpPr>
          <p:spPr>
            <a:xfrm flipH="1">
              <a:off x="7971900" y="216850"/>
              <a:ext cx="877425" cy="877425"/>
            </a:xfrm>
            <a:custGeom>
              <a:avLst/>
              <a:gdLst/>
              <a:ahLst/>
              <a:cxnLst/>
              <a:rect l="l" t="t" r="r" b="b"/>
              <a:pathLst>
                <a:path w="35097" h="35097" extrusionOk="0">
                  <a:moveTo>
                    <a:pt x="31227" y="10543"/>
                  </a:moveTo>
                  <a:cubicBezTo>
                    <a:pt x="35097" y="18105"/>
                    <a:pt x="32117" y="27357"/>
                    <a:pt x="24555" y="31227"/>
                  </a:cubicBezTo>
                  <a:cubicBezTo>
                    <a:pt x="16993" y="35097"/>
                    <a:pt x="7741" y="32116"/>
                    <a:pt x="3871" y="24555"/>
                  </a:cubicBezTo>
                  <a:cubicBezTo>
                    <a:pt x="1" y="16993"/>
                    <a:pt x="2981" y="7741"/>
                    <a:pt x="10543" y="3871"/>
                  </a:cubicBezTo>
                  <a:cubicBezTo>
                    <a:pt x="18105" y="1"/>
                    <a:pt x="27357" y="2981"/>
                    <a:pt x="31227" y="105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127"/>
            <p:cNvSpPr/>
            <p:nvPr/>
          </p:nvSpPr>
          <p:spPr>
            <a:xfrm flipH="1">
              <a:off x="7902950" y="271350"/>
              <a:ext cx="794025" cy="640550"/>
            </a:xfrm>
            <a:custGeom>
              <a:avLst/>
              <a:gdLst/>
              <a:ahLst/>
              <a:cxnLst/>
              <a:rect l="l" t="t" r="r" b="b"/>
              <a:pathLst>
                <a:path w="31761" h="25622" extrusionOk="0">
                  <a:moveTo>
                    <a:pt x="11433" y="0"/>
                  </a:moveTo>
                  <a:cubicBezTo>
                    <a:pt x="7073" y="0"/>
                    <a:pt x="2937" y="1824"/>
                    <a:pt x="1" y="5116"/>
                  </a:cubicBezTo>
                  <a:lnTo>
                    <a:pt x="22909" y="25622"/>
                  </a:lnTo>
                  <a:cubicBezTo>
                    <a:pt x="31761" y="15747"/>
                    <a:pt x="24733" y="0"/>
                    <a:pt x="11433" y="0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127"/>
            <p:cNvSpPr/>
            <p:nvPr/>
          </p:nvSpPr>
          <p:spPr>
            <a:xfrm flipH="1">
              <a:off x="7760249" y="1311100"/>
              <a:ext cx="1380426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58405" y="52444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127"/>
            <p:cNvSpPr/>
            <p:nvPr/>
          </p:nvSpPr>
          <p:spPr>
            <a:xfrm flipH="1">
              <a:off x="8411150" y="1311100"/>
              <a:ext cx="729525" cy="1311125"/>
            </a:xfrm>
            <a:custGeom>
              <a:avLst/>
              <a:gdLst/>
              <a:ahLst/>
              <a:cxnLst/>
              <a:rect l="l" t="t" r="r" b="b"/>
              <a:pathLst>
                <a:path w="29181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29181" y="524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127"/>
            <p:cNvSpPr/>
            <p:nvPr/>
          </p:nvSpPr>
          <p:spPr>
            <a:xfrm flipH="1">
              <a:off x="7680525" y="1311100"/>
              <a:ext cx="730650" cy="1311125"/>
            </a:xfrm>
            <a:custGeom>
              <a:avLst/>
              <a:gdLst/>
              <a:ahLst/>
              <a:cxnLst/>
              <a:rect l="l" t="t" r="r" b="b"/>
              <a:pathLst>
                <a:path w="29226" h="52445" extrusionOk="0">
                  <a:moveTo>
                    <a:pt x="1" y="52444"/>
                  </a:moveTo>
                  <a:lnTo>
                    <a:pt x="29225" y="1"/>
                  </a:lnTo>
                  <a:lnTo>
                    <a:pt x="29225" y="5244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127"/>
            <p:cNvSpPr/>
            <p:nvPr/>
          </p:nvSpPr>
          <p:spPr>
            <a:xfrm flipH="1">
              <a:off x="8719175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127"/>
            <p:cNvSpPr/>
            <p:nvPr/>
          </p:nvSpPr>
          <p:spPr>
            <a:xfrm flipH="1">
              <a:off x="7670071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6859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6859" y="1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127"/>
            <p:cNvSpPr/>
            <p:nvPr/>
          </p:nvSpPr>
          <p:spPr>
            <a:xfrm flipH="1">
              <a:off x="7680525" y="1311100"/>
              <a:ext cx="1460150" cy="757325"/>
            </a:xfrm>
            <a:custGeom>
              <a:avLst/>
              <a:gdLst/>
              <a:ahLst/>
              <a:cxnLst/>
              <a:rect l="l" t="t" r="r" b="b"/>
              <a:pathLst>
                <a:path w="58406" h="30293" extrusionOk="0">
                  <a:moveTo>
                    <a:pt x="1" y="1"/>
                  </a:moveTo>
                  <a:lnTo>
                    <a:pt x="16859" y="30292"/>
                  </a:lnTo>
                  <a:lnTo>
                    <a:pt x="41547" y="30292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127"/>
            <p:cNvSpPr/>
            <p:nvPr/>
          </p:nvSpPr>
          <p:spPr>
            <a:xfrm flipH="1">
              <a:off x="7684348" y="2623385"/>
              <a:ext cx="1459104" cy="1316675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27"/>
            <p:cNvSpPr/>
            <p:nvPr/>
          </p:nvSpPr>
          <p:spPr>
            <a:xfrm flipH="1">
              <a:off x="7683801" y="2623385"/>
              <a:ext cx="1460199" cy="1316675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27"/>
            <p:cNvSpPr/>
            <p:nvPr/>
          </p:nvSpPr>
          <p:spPr>
            <a:xfrm flipH="1">
              <a:off x="7673375" y="3320635"/>
              <a:ext cx="616638" cy="619425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33" name="Google Shape;2233;p127"/>
            <p:cNvGrpSpPr/>
            <p:nvPr/>
          </p:nvGrpSpPr>
          <p:grpSpPr>
            <a:xfrm flipH="1">
              <a:off x="7680608" y="3940050"/>
              <a:ext cx="1463392" cy="1203506"/>
              <a:chOff x="573525" y="4012581"/>
              <a:chExt cx="1463392" cy="1203506"/>
            </a:xfrm>
          </p:grpSpPr>
          <p:sp>
            <p:nvSpPr>
              <p:cNvPr id="2234" name="Google Shape;2234;p127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127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36" name="Google Shape;2236;p127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2_1_1"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1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239" name="Google Shape;2239;p128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2240" name="Google Shape;2240;p128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128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128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28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128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28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128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28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128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128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28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28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28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28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128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128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28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7" name="Google Shape;2257;p128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2_1_1_1">
    <p:spTree>
      <p:nvGrpSpPr>
        <p:cNvPr id="1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129"/>
          <p:cNvSpPr txBox="1">
            <a:spLocks noGrp="1"/>
          </p:cNvSpPr>
          <p:nvPr>
            <p:ph type="title"/>
          </p:nvPr>
        </p:nvSpPr>
        <p:spPr>
          <a:xfrm>
            <a:off x="1530300" y="445025"/>
            <a:ext cx="6893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260" name="Google Shape;2260;p129"/>
          <p:cNvGrpSpPr/>
          <p:nvPr/>
        </p:nvGrpSpPr>
        <p:grpSpPr>
          <a:xfrm rot="-5400000">
            <a:off x="-2053228" y="2043293"/>
            <a:ext cx="5173395" cy="1066931"/>
            <a:chOff x="3970605" y="1540"/>
            <a:chExt cx="5173395" cy="1066931"/>
          </a:xfrm>
        </p:grpSpPr>
        <p:sp>
          <p:nvSpPr>
            <p:cNvPr id="2261" name="Google Shape;2261;p129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62" name="Google Shape;2262;p129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2263" name="Google Shape;2263;p129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129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129"/>
              <p:cNvSpPr/>
              <p:nvPr/>
            </p:nvSpPr>
            <p:spPr>
              <a:xfrm rot="10800000"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129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67" name="Google Shape;2267;p129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2_1_1_1_1">
    <p:spTree>
      <p:nvGrpSpPr>
        <p:cNvPr id="1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p130"/>
          <p:cNvSpPr txBox="1">
            <a:spLocks noGrp="1"/>
          </p:cNvSpPr>
          <p:nvPr>
            <p:ph type="title"/>
          </p:nvPr>
        </p:nvSpPr>
        <p:spPr>
          <a:xfrm>
            <a:off x="1757375" y="445025"/>
            <a:ext cx="6666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270" name="Google Shape;2270;p130"/>
          <p:cNvGrpSpPr/>
          <p:nvPr/>
        </p:nvGrpSpPr>
        <p:grpSpPr>
          <a:xfrm flipH="1">
            <a:off x="-16637" y="0"/>
            <a:ext cx="1463475" cy="5143556"/>
            <a:chOff x="7680525" y="0"/>
            <a:chExt cx="1463475" cy="5143556"/>
          </a:xfrm>
        </p:grpSpPr>
        <p:grpSp>
          <p:nvGrpSpPr>
            <p:cNvPr id="2271" name="Google Shape;2271;p130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2272" name="Google Shape;2272;p130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130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130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130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130"/>
              <p:cNvSpPr/>
              <p:nvPr/>
            </p:nvSpPr>
            <p:spPr>
              <a:xfrm>
                <a:off x="4025675" y="1517100"/>
                <a:ext cx="1459128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130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130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130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130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130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130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130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130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5" name="Google Shape;2285;p130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2286" name="Google Shape;2286;p130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130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8" name="Google Shape;2288;p130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2_1_1_1_1_1">
    <p:spTree>
      <p:nvGrpSpPr>
        <p:cNvPr id="1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13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291" name="Google Shape;2291;p131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p132"/>
          <p:cNvSpPr txBox="1">
            <a:spLocks noGrp="1"/>
          </p:cNvSpPr>
          <p:nvPr>
            <p:ph type="title"/>
          </p:nvPr>
        </p:nvSpPr>
        <p:spPr>
          <a:xfrm>
            <a:off x="2614075" y="308745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294" name="Google Shape;2294;p132"/>
          <p:cNvSpPr txBox="1">
            <a:spLocks noGrp="1"/>
          </p:cNvSpPr>
          <p:nvPr>
            <p:ph type="subTitle" idx="1"/>
          </p:nvPr>
        </p:nvSpPr>
        <p:spPr>
          <a:xfrm>
            <a:off x="2614075" y="1524150"/>
            <a:ext cx="5790300" cy="15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95" name="Google Shape;2295;p132"/>
          <p:cNvSpPr/>
          <p:nvPr/>
        </p:nvSpPr>
        <p:spPr>
          <a:xfrm rot="-5400000">
            <a:off x="-91280" y="3516910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0" y="0"/>
                </a:moveTo>
                <a:lnTo>
                  <a:pt x="58627" y="0"/>
                </a:lnTo>
                <a:lnTo>
                  <a:pt x="58627" y="52666"/>
                </a:lnTo>
                <a:lnTo>
                  <a:pt x="0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6" name="Google Shape;2296;p132"/>
          <p:cNvSpPr/>
          <p:nvPr/>
        </p:nvSpPr>
        <p:spPr>
          <a:xfrm rot="-5400000">
            <a:off x="-91923" y="3516267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58672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7" name="Google Shape;2297;p132"/>
          <p:cNvSpPr/>
          <p:nvPr/>
        </p:nvSpPr>
        <p:spPr>
          <a:xfrm rot="-5400000">
            <a:off x="-91280" y="1801991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1" y="0"/>
                </a:moveTo>
                <a:lnTo>
                  <a:pt x="1" y="52666"/>
                </a:lnTo>
                <a:lnTo>
                  <a:pt x="58627" y="52666"/>
                </a:lnTo>
                <a:lnTo>
                  <a:pt x="5862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8" name="Google Shape;2298;p132"/>
          <p:cNvSpPr/>
          <p:nvPr/>
        </p:nvSpPr>
        <p:spPr>
          <a:xfrm rot="-5400000">
            <a:off x="83587" y="1889758"/>
            <a:ext cx="1362644" cy="1363930"/>
          </a:xfrm>
          <a:custGeom>
            <a:avLst/>
            <a:gdLst/>
            <a:ahLst/>
            <a:cxnLst/>
            <a:rect l="l" t="t" r="r" b="b"/>
            <a:pathLst>
              <a:path w="46618" h="46662" extrusionOk="0">
                <a:moveTo>
                  <a:pt x="28914" y="3114"/>
                </a:moveTo>
                <a:cubicBezTo>
                  <a:pt x="40079" y="6184"/>
                  <a:pt x="46617" y="17749"/>
                  <a:pt x="43504" y="28958"/>
                </a:cubicBezTo>
                <a:cubicBezTo>
                  <a:pt x="40434" y="40123"/>
                  <a:pt x="28869" y="46662"/>
                  <a:pt x="17704" y="43548"/>
                </a:cubicBezTo>
                <a:cubicBezTo>
                  <a:pt x="6539" y="40479"/>
                  <a:pt x="1" y="28914"/>
                  <a:pt x="3070" y="17749"/>
                </a:cubicBezTo>
                <a:cubicBezTo>
                  <a:pt x="6184" y="6584"/>
                  <a:pt x="17749" y="1"/>
                  <a:pt x="28914" y="3114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9" name="Google Shape;2299;p132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0" name="Google Shape;2300;p132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0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1" name="Google Shape;2301;p132"/>
          <p:cNvSpPr/>
          <p:nvPr/>
        </p:nvSpPr>
        <p:spPr>
          <a:xfrm rot="-5400000">
            <a:off x="332160" y="1368624"/>
            <a:ext cx="856848" cy="1539456"/>
          </a:xfrm>
          <a:custGeom>
            <a:avLst/>
            <a:gdLst/>
            <a:ahLst/>
            <a:cxnLst/>
            <a:rect l="l" t="t" r="r" b="b"/>
            <a:pathLst>
              <a:path w="29314" h="52667" extrusionOk="0">
                <a:moveTo>
                  <a:pt x="29313" y="0"/>
                </a:moveTo>
                <a:lnTo>
                  <a:pt x="0" y="26333"/>
                </a:lnTo>
                <a:lnTo>
                  <a:pt x="29313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2" name="Google Shape;2302;p132"/>
          <p:cNvSpPr/>
          <p:nvPr/>
        </p:nvSpPr>
        <p:spPr>
          <a:xfrm rot="-5400000">
            <a:off x="821503" y="3428524"/>
            <a:ext cx="724232" cy="724232"/>
          </a:xfrm>
          <a:custGeom>
            <a:avLst/>
            <a:gdLst/>
            <a:ahLst/>
            <a:cxnLst/>
            <a:rect l="l" t="t" r="r" b="b"/>
            <a:pathLst>
              <a:path w="24777" h="24777" extrusionOk="0">
                <a:moveTo>
                  <a:pt x="24777" y="0"/>
                </a:moveTo>
                <a:cubicBezTo>
                  <a:pt x="11076" y="0"/>
                  <a:pt x="0" y="11076"/>
                  <a:pt x="0" y="24776"/>
                </a:cubicBezTo>
                <a:lnTo>
                  <a:pt x="24777" y="24776"/>
                </a:lnTo>
                <a:lnTo>
                  <a:pt x="2477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3" name="Google Shape;2303;p132"/>
          <p:cNvSpPr/>
          <p:nvPr/>
        </p:nvSpPr>
        <p:spPr>
          <a:xfrm rot="-5400000">
            <a:off x="374185" y="507044"/>
            <a:ext cx="781435" cy="700818"/>
          </a:xfrm>
          <a:custGeom>
            <a:avLst/>
            <a:gdLst/>
            <a:ahLst/>
            <a:cxnLst/>
            <a:rect l="l" t="t" r="r" b="b"/>
            <a:pathLst>
              <a:path w="26734" h="23976" extrusionOk="0">
                <a:moveTo>
                  <a:pt x="0" y="0"/>
                </a:moveTo>
                <a:lnTo>
                  <a:pt x="26734" y="0"/>
                </a:lnTo>
                <a:lnTo>
                  <a:pt x="26734" y="23976"/>
                </a:lnTo>
                <a:lnTo>
                  <a:pt x="0" y="2397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4" name="Google Shape;2304;p132"/>
          <p:cNvSpPr/>
          <p:nvPr/>
        </p:nvSpPr>
        <p:spPr>
          <a:xfrm rot="-5400000">
            <a:off x="332145" y="2231917"/>
            <a:ext cx="856877" cy="1539456"/>
          </a:xfrm>
          <a:custGeom>
            <a:avLst/>
            <a:gdLst/>
            <a:ahLst/>
            <a:cxnLst/>
            <a:rect l="l" t="t" r="r" b="b"/>
            <a:pathLst>
              <a:path w="29315" h="52667" extrusionOk="0">
                <a:moveTo>
                  <a:pt x="1" y="0"/>
                </a:moveTo>
                <a:lnTo>
                  <a:pt x="1" y="52666"/>
                </a:lnTo>
                <a:lnTo>
                  <a:pt x="29314" y="26333"/>
                </a:lnTo>
                <a:lnTo>
                  <a:pt x="1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5" name="Google Shape;2305;p132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p133"/>
          <p:cNvSpPr txBox="1">
            <a:spLocks noGrp="1"/>
          </p:cNvSpPr>
          <p:nvPr>
            <p:ph type="subTitle" idx="1"/>
          </p:nvPr>
        </p:nvSpPr>
        <p:spPr>
          <a:xfrm>
            <a:off x="720000" y="2647200"/>
            <a:ext cx="2907600" cy="10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8" name="Google Shape;2308;p133"/>
          <p:cNvSpPr txBox="1">
            <a:spLocks noGrp="1"/>
          </p:cNvSpPr>
          <p:nvPr>
            <p:ph type="title"/>
          </p:nvPr>
        </p:nvSpPr>
        <p:spPr>
          <a:xfrm>
            <a:off x="720000" y="2116888"/>
            <a:ext cx="326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309" name="Google Shape;2309;p133"/>
          <p:cNvGrpSpPr/>
          <p:nvPr/>
        </p:nvGrpSpPr>
        <p:grpSpPr>
          <a:xfrm rot="10800000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2310" name="Google Shape;2310;p133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2311" name="Google Shape;2311;p133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133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133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133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133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133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133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133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133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133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133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133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133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133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25" name="Google Shape;2325;p133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6" name="Google Shape;2326;p133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8" name="Google Shape;2328;p134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2329" name="Google Shape;2329;p134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134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134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134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134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134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134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134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134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134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134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134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134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134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134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134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134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6" name="Google Shape;2346;p134"/>
          <p:cNvSpPr txBox="1">
            <a:spLocks noGrp="1"/>
          </p:cNvSpPr>
          <p:nvPr>
            <p:ph type="subTitle" idx="1"/>
          </p:nvPr>
        </p:nvSpPr>
        <p:spPr>
          <a:xfrm>
            <a:off x="720000" y="1182900"/>
            <a:ext cx="6578100" cy="33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47" name="Google Shape;2347;p1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578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134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135"/>
          <p:cNvSpPr txBox="1">
            <a:spLocks noGrp="1"/>
          </p:cNvSpPr>
          <p:nvPr>
            <p:ph type="subTitle" idx="1"/>
          </p:nvPr>
        </p:nvSpPr>
        <p:spPr>
          <a:xfrm>
            <a:off x="719988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51" name="Google Shape;2351;p135"/>
          <p:cNvSpPr txBox="1">
            <a:spLocks noGrp="1"/>
          </p:cNvSpPr>
          <p:nvPr>
            <p:ph type="subTitle" idx="2"/>
          </p:nvPr>
        </p:nvSpPr>
        <p:spPr>
          <a:xfrm>
            <a:off x="4374813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52" name="Google Shape;2352;p135"/>
          <p:cNvSpPr txBox="1">
            <a:spLocks noGrp="1"/>
          </p:cNvSpPr>
          <p:nvPr>
            <p:ph type="subTitle" idx="3"/>
          </p:nvPr>
        </p:nvSpPr>
        <p:spPr>
          <a:xfrm>
            <a:off x="719988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3" name="Google Shape;2353;p135"/>
          <p:cNvSpPr txBox="1">
            <a:spLocks noGrp="1"/>
          </p:cNvSpPr>
          <p:nvPr>
            <p:ph type="subTitle" idx="4"/>
          </p:nvPr>
        </p:nvSpPr>
        <p:spPr>
          <a:xfrm>
            <a:off x="4374813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4" name="Google Shape;2354;p1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355" name="Google Shape;2355;p135"/>
          <p:cNvGrpSpPr/>
          <p:nvPr/>
        </p:nvGrpSpPr>
        <p:grpSpPr>
          <a:xfrm flipH="1">
            <a:off x="7601662" y="-8302"/>
            <a:ext cx="1542338" cy="5160073"/>
            <a:chOff x="7610237" y="2627"/>
            <a:chExt cx="1542338" cy="5160073"/>
          </a:xfrm>
        </p:grpSpPr>
        <p:sp>
          <p:nvSpPr>
            <p:cNvPr id="2356" name="Google Shape;2356;p135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135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135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135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135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135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135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135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135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135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135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135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135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135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135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135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135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3" name="Google Shape;2373;p135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136"/>
          <p:cNvSpPr txBox="1">
            <a:spLocks noGrp="1"/>
          </p:cNvSpPr>
          <p:nvPr>
            <p:ph type="subTitle" idx="1"/>
          </p:nvPr>
        </p:nvSpPr>
        <p:spPr>
          <a:xfrm>
            <a:off x="1703000" y="11865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76" name="Google Shape;2376;p136"/>
          <p:cNvSpPr txBox="1">
            <a:spLocks noGrp="1"/>
          </p:cNvSpPr>
          <p:nvPr>
            <p:ph type="subTitle" idx="2"/>
          </p:nvPr>
        </p:nvSpPr>
        <p:spPr>
          <a:xfrm>
            <a:off x="1703000" y="16319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7" name="Google Shape;2377;p136"/>
          <p:cNvSpPr txBox="1">
            <a:spLocks noGrp="1"/>
          </p:cNvSpPr>
          <p:nvPr>
            <p:ph type="subTitle" idx="3"/>
          </p:nvPr>
        </p:nvSpPr>
        <p:spPr>
          <a:xfrm>
            <a:off x="1703000" y="27403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8" name="Google Shape;2378;p136"/>
          <p:cNvSpPr txBox="1">
            <a:spLocks noGrp="1"/>
          </p:cNvSpPr>
          <p:nvPr>
            <p:ph type="subTitle" idx="4"/>
          </p:nvPr>
        </p:nvSpPr>
        <p:spPr>
          <a:xfrm>
            <a:off x="1703000" y="38487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9" name="Google Shape;2379;p1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380" name="Google Shape;2380;p136"/>
          <p:cNvSpPr txBox="1">
            <a:spLocks noGrp="1"/>
          </p:cNvSpPr>
          <p:nvPr>
            <p:ph type="subTitle" idx="5"/>
          </p:nvPr>
        </p:nvSpPr>
        <p:spPr>
          <a:xfrm>
            <a:off x="1703000" y="22949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81" name="Google Shape;2381;p136"/>
          <p:cNvSpPr txBox="1">
            <a:spLocks noGrp="1"/>
          </p:cNvSpPr>
          <p:nvPr>
            <p:ph type="subTitle" idx="6"/>
          </p:nvPr>
        </p:nvSpPr>
        <p:spPr>
          <a:xfrm>
            <a:off x="1703000" y="34033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382" name="Google Shape;2382;p136"/>
          <p:cNvGrpSpPr/>
          <p:nvPr/>
        </p:nvGrpSpPr>
        <p:grpSpPr>
          <a:xfrm rot="10800000"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2383" name="Google Shape;2383;p136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136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136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136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136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136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136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136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136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136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136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136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136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136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136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136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136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0" name="Google Shape;2400;p136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2" name="Google Shape;2402;p137"/>
          <p:cNvSpPr txBox="1">
            <a:spLocks noGrp="1"/>
          </p:cNvSpPr>
          <p:nvPr>
            <p:ph type="subTitle" idx="1"/>
          </p:nvPr>
        </p:nvSpPr>
        <p:spPr>
          <a:xfrm>
            <a:off x="1523550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03" name="Google Shape;2403;p137"/>
          <p:cNvSpPr txBox="1">
            <a:spLocks noGrp="1"/>
          </p:cNvSpPr>
          <p:nvPr>
            <p:ph type="subTitle" idx="2"/>
          </p:nvPr>
        </p:nvSpPr>
        <p:spPr>
          <a:xfrm>
            <a:off x="15235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4" name="Google Shape;2404;p137"/>
          <p:cNvSpPr txBox="1">
            <a:spLocks noGrp="1"/>
          </p:cNvSpPr>
          <p:nvPr>
            <p:ph type="subTitle" idx="3"/>
          </p:nvPr>
        </p:nvSpPr>
        <p:spPr>
          <a:xfrm>
            <a:off x="49280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5" name="Google Shape;2405;p137"/>
          <p:cNvSpPr txBox="1">
            <a:spLocks noGrp="1"/>
          </p:cNvSpPr>
          <p:nvPr>
            <p:ph type="subTitle" idx="4"/>
          </p:nvPr>
        </p:nvSpPr>
        <p:spPr>
          <a:xfrm>
            <a:off x="15235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6" name="Google Shape;2406;p137"/>
          <p:cNvSpPr txBox="1">
            <a:spLocks noGrp="1"/>
          </p:cNvSpPr>
          <p:nvPr>
            <p:ph type="subTitle" idx="5"/>
          </p:nvPr>
        </p:nvSpPr>
        <p:spPr>
          <a:xfrm>
            <a:off x="49280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7" name="Google Shape;2407;p1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408" name="Google Shape;2408;p137"/>
          <p:cNvSpPr txBox="1">
            <a:spLocks noGrp="1"/>
          </p:cNvSpPr>
          <p:nvPr>
            <p:ph type="subTitle" idx="6"/>
          </p:nvPr>
        </p:nvSpPr>
        <p:spPr>
          <a:xfrm>
            <a:off x="1523550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09" name="Google Shape;2409;p137"/>
          <p:cNvSpPr txBox="1">
            <a:spLocks noGrp="1"/>
          </p:cNvSpPr>
          <p:nvPr>
            <p:ph type="subTitle" idx="7"/>
          </p:nvPr>
        </p:nvSpPr>
        <p:spPr>
          <a:xfrm>
            <a:off x="4928048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10" name="Google Shape;2410;p137"/>
          <p:cNvSpPr txBox="1">
            <a:spLocks noGrp="1"/>
          </p:cNvSpPr>
          <p:nvPr>
            <p:ph type="subTitle" idx="8"/>
          </p:nvPr>
        </p:nvSpPr>
        <p:spPr>
          <a:xfrm>
            <a:off x="4928048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411" name="Google Shape;2411;p137"/>
          <p:cNvGrpSpPr/>
          <p:nvPr/>
        </p:nvGrpSpPr>
        <p:grpSpPr>
          <a:xfrm>
            <a:off x="7680525" y="0"/>
            <a:ext cx="1463475" cy="5143556"/>
            <a:chOff x="7680525" y="0"/>
            <a:chExt cx="1463475" cy="5143556"/>
          </a:xfrm>
        </p:grpSpPr>
        <p:grpSp>
          <p:nvGrpSpPr>
            <p:cNvPr id="2412" name="Google Shape;2412;p137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2413" name="Google Shape;2413;p137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137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137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137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137"/>
              <p:cNvSpPr/>
              <p:nvPr/>
            </p:nvSpPr>
            <p:spPr>
              <a:xfrm>
                <a:off x="4025675" y="15171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137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137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137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137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137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137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137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137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6" name="Google Shape;2426;p137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2427" name="Google Shape;2427;p137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137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29" name="Google Shape;2429;p137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p138"/>
          <p:cNvSpPr txBox="1">
            <a:spLocks noGrp="1"/>
          </p:cNvSpPr>
          <p:nvPr>
            <p:ph type="subTitle" idx="1"/>
          </p:nvPr>
        </p:nvSpPr>
        <p:spPr>
          <a:xfrm>
            <a:off x="720000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32" name="Google Shape;2432;p138"/>
          <p:cNvSpPr txBox="1">
            <a:spLocks noGrp="1"/>
          </p:cNvSpPr>
          <p:nvPr>
            <p:ph type="subTitle" idx="2"/>
          </p:nvPr>
        </p:nvSpPr>
        <p:spPr>
          <a:xfrm>
            <a:off x="7200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3" name="Google Shape;2433;p138"/>
          <p:cNvSpPr txBox="1">
            <a:spLocks noGrp="1"/>
          </p:cNvSpPr>
          <p:nvPr>
            <p:ph type="subTitle" idx="3"/>
          </p:nvPr>
        </p:nvSpPr>
        <p:spPr>
          <a:xfrm>
            <a:off x="41245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4" name="Google Shape;2434;p138"/>
          <p:cNvSpPr txBox="1">
            <a:spLocks noGrp="1"/>
          </p:cNvSpPr>
          <p:nvPr>
            <p:ph type="subTitle" idx="4"/>
          </p:nvPr>
        </p:nvSpPr>
        <p:spPr>
          <a:xfrm>
            <a:off x="7200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5" name="Google Shape;2435;p138"/>
          <p:cNvSpPr txBox="1">
            <a:spLocks noGrp="1"/>
          </p:cNvSpPr>
          <p:nvPr>
            <p:ph type="subTitle" idx="5"/>
          </p:nvPr>
        </p:nvSpPr>
        <p:spPr>
          <a:xfrm>
            <a:off x="41245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6" name="Google Shape;2436;p1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437" name="Google Shape;2437;p138"/>
          <p:cNvSpPr txBox="1">
            <a:spLocks noGrp="1"/>
          </p:cNvSpPr>
          <p:nvPr>
            <p:ph type="subTitle" idx="6"/>
          </p:nvPr>
        </p:nvSpPr>
        <p:spPr>
          <a:xfrm>
            <a:off x="720000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38" name="Google Shape;2438;p138"/>
          <p:cNvSpPr txBox="1">
            <a:spLocks noGrp="1"/>
          </p:cNvSpPr>
          <p:nvPr>
            <p:ph type="subTitle" idx="7"/>
          </p:nvPr>
        </p:nvSpPr>
        <p:spPr>
          <a:xfrm>
            <a:off x="4124498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39" name="Google Shape;2439;p138"/>
          <p:cNvSpPr txBox="1">
            <a:spLocks noGrp="1"/>
          </p:cNvSpPr>
          <p:nvPr>
            <p:ph type="subTitle" idx="8"/>
          </p:nvPr>
        </p:nvSpPr>
        <p:spPr>
          <a:xfrm>
            <a:off x="4124498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440" name="Google Shape;2440;p138"/>
          <p:cNvGrpSpPr/>
          <p:nvPr/>
        </p:nvGrpSpPr>
        <p:grpSpPr>
          <a:xfrm flipH="1">
            <a:off x="7604540" y="-48"/>
            <a:ext cx="1539456" cy="5143534"/>
            <a:chOff x="-4160" y="-48"/>
            <a:chExt cx="1539456" cy="5143534"/>
          </a:xfrm>
        </p:grpSpPr>
        <p:sp>
          <p:nvSpPr>
            <p:cNvPr id="2441" name="Google Shape;2441;p138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138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138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138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138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138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138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138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138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138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51" name="Google Shape;2451;p138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p1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454" name="Google Shape;2454;p139"/>
          <p:cNvSpPr txBox="1">
            <a:spLocks noGrp="1"/>
          </p:cNvSpPr>
          <p:nvPr>
            <p:ph type="subTitle" idx="1"/>
          </p:nvPr>
        </p:nvSpPr>
        <p:spPr>
          <a:xfrm>
            <a:off x="897848" y="2299001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5" name="Google Shape;2455;p139"/>
          <p:cNvSpPr txBox="1">
            <a:spLocks noGrp="1"/>
          </p:cNvSpPr>
          <p:nvPr>
            <p:ph type="subTitle" idx="2"/>
          </p:nvPr>
        </p:nvSpPr>
        <p:spPr>
          <a:xfrm>
            <a:off x="2965075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6" name="Google Shape;2456;p139"/>
          <p:cNvSpPr txBox="1">
            <a:spLocks noGrp="1"/>
          </p:cNvSpPr>
          <p:nvPr>
            <p:ph type="subTitle" idx="3"/>
          </p:nvPr>
        </p:nvSpPr>
        <p:spPr>
          <a:xfrm>
            <a:off x="5036500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7" name="Google Shape;2457;p139"/>
          <p:cNvSpPr txBox="1">
            <a:spLocks noGrp="1"/>
          </p:cNvSpPr>
          <p:nvPr>
            <p:ph type="subTitle" idx="4"/>
          </p:nvPr>
        </p:nvSpPr>
        <p:spPr>
          <a:xfrm>
            <a:off x="897848" y="4123692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8" name="Google Shape;2458;p139"/>
          <p:cNvSpPr txBox="1">
            <a:spLocks noGrp="1"/>
          </p:cNvSpPr>
          <p:nvPr>
            <p:ph type="subTitle" idx="5"/>
          </p:nvPr>
        </p:nvSpPr>
        <p:spPr>
          <a:xfrm>
            <a:off x="2965075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9" name="Google Shape;2459;p139"/>
          <p:cNvSpPr txBox="1">
            <a:spLocks noGrp="1"/>
          </p:cNvSpPr>
          <p:nvPr>
            <p:ph type="subTitle" idx="6"/>
          </p:nvPr>
        </p:nvSpPr>
        <p:spPr>
          <a:xfrm>
            <a:off x="5036500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0" name="Google Shape;2460;p139"/>
          <p:cNvSpPr txBox="1">
            <a:spLocks noGrp="1"/>
          </p:cNvSpPr>
          <p:nvPr>
            <p:ph type="subTitle" idx="7"/>
          </p:nvPr>
        </p:nvSpPr>
        <p:spPr>
          <a:xfrm>
            <a:off x="893700" y="1863675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61" name="Google Shape;2461;p139"/>
          <p:cNvSpPr txBox="1">
            <a:spLocks noGrp="1"/>
          </p:cNvSpPr>
          <p:nvPr>
            <p:ph type="subTitle" idx="8"/>
          </p:nvPr>
        </p:nvSpPr>
        <p:spPr>
          <a:xfrm>
            <a:off x="2965075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62" name="Google Shape;2462;p139"/>
          <p:cNvSpPr txBox="1">
            <a:spLocks noGrp="1"/>
          </p:cNvSpPr>
          <p:nvPr>
            <p:ph type="subTitle" idx="9"/>
          </p:nvPr>
        </p:nvSpPr>
        <p:spPr>
          <a:xfrm>
            <a:off x="5040657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63" name="Google Shape;2463;p139"/>
          <p:cNvSpPr txBox="1">
            <a:spLocks noGrp="1"/>
          </p:cNvSpPr>
          <p:nvPr>
            <p:ph type="subTitle" idx="13"/>
          </p:nvPr>
        </p:nvSpPr>
        <p:spPr>
          <a:xfrm>
            <a:off x="893700" y="3683823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64" name="Google Shape;2464;p139"/>
          <p:cNvSpPr txBox="1">
            <a:spLocks noGrp="1"/>
          </p:cNvSpPr>
          <p:nvPr>
            <p:ph type="subTitle" idx="14"/>
          </p:nvPr>
        </p:nvSpPr>
        <p:spPr>
          <a:xfrm>
            <a:off x="2965075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65" name="Google Shape;2465;p139"/>
          <p:cNvSpPr txBox="1">
            <a:spLocks noGrp="1"/>
          </p:cNvSpPr>
          <p:nvPr>
            <p:ph type="subTitle" idx="15"/>
          </p:nvPr>
        </p:nvSpPr>
        <p:spPr>
          <a:xfrm>
            <a:off x="5040657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466" name="Google Shape;2466;p139"/>
          <p:cNvGrpSpPr/>
          <p:nvPr/>
        </p:nvGrpSpPr>
        <p:grpSpPr>
          <a:xfrm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2467" name="Google Shape;2467;p139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139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139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139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139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139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139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139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139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139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139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139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13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139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139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3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39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4" name="Google Shape;2484;p139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140"/>
          <p:cNvSpPr txBox="1">
            <a:spLocks noGrp="1"/>
          </p:cNvSpPr>
          <p:nvPr>
            <p:ph type="title" hasCustomPrompt="1"/>
          </p:nvPr>
        </p:nvSpPr>
        <p:spPr>
          <a:xfrm>
            <a:off x="92930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487" name="Google Shape;2487;p140"/>
          <p:cNvSpPr txBox="1">
            <a:spLocks noGrp="1"/>
          </p:cNvSpPr>
          <p:nvPr>
            <p:ph type="subTitle" idx="1"/>
          </p:nvPr>
        </p:nvSpPr>
        <p:spPr>
          <a:xfrm>
            <a:off x="72735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8" name="Google Shape;2488;p140"/>
          <p:cNvSpPr txBox="1">
            <a:spLocks noGrp="1"/>
          </p:cNvSpPr>
          <p:nvPr>
            <p:ph type="title" idx="2" hasCustomPrompt="1"/>
          </p:nvPr>
        </p:nvSpPr>
        <p:spPr>
          <a:xfrm>
            <a:off x="3721975" y="2137388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489" name="Google Shape;2489;p140"/>
          <p:cNvSpPr txBox="1">
            <a:spLocks noGrp="1"/>
          </p:cNvSpPr>
          <p:nvPr>
            <p:ph type="subTitle" idx="3"/>
          </p:nvPr>
        </p:nvSpPr>
        <p:spPr>
          <a:xfrm>
            <a:off x="3520025" y="3176463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0" name="Google Shape;2490;p140"/>
          <p:cNvSpPr txBox="1">
            <a:spLocks noGrp="1"/>
          </p:cNvSpPr>
          <p:nvPr>
            <p:ph type="title" idx="4" hasCustomPrompt="1"/>
          </p:nvPr>
        </p:nvSpPr>
        <p:spPr>
          <a:xfrm>
            <a:off x="651465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491" name="Google Shape;2491;p140"/>
          <p:cNvSpPr txBox="1">
            <a:spLocks noGrp="1"/>
          </p:cNvSpPr>
          <p:nvPr>
            <p:ph type="subTitle" idx="5"/>
          </p:nvPr>
        </p:nvSpPr>
        <p:spPr>
          <a:xfrm>
            <a:off x="631270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92" name="Google Shape;2492;p140"/>
          <p:cNvGrpSpPr/>
          <p:nvPr/>
        </p:nvGrpSpPr>
        <p:grpSpPr>
          <a:xfrm rot="10800000"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2493" name="Google Shape;2493;p140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2494" name="Google Shape;2494;p140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140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140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140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140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140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140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140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140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140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140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140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140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140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08" name="Google Shape;2508;p140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09" name="Google Shape;2509;p140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1" name="Shape 2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1" name="Google Shape;2511;p141"/>
          <p:cNvSpPr txBox="1">
            <a:spLocks noGrp="1"/>
          </p:cNvSpPr>
          <p:nvPr>
            <p:ph type="title" hasCustomPrompt="1"/>
          </p:nvPr>
        </p:nvSpPr>
        <p:spPr>
          <a:xfrm>
            <a:off x="3101163" y="1409791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12" name="Google Shape;2512;p141"/>
          <p:cNvSpPr txBox="1">
            <a:spLocks noGrp="1"/>
          </p:cNvSpPr>
          <p:nvPr>
            <p:ph type="subTitle" idx="1"/>
          </p:nvPr>
        </p:nvSpPr>
        <p:spPr>
          <a:xfrm>
            <a:off x="3101163" y="1930587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3" name="Google Shape;2513;p141"/>
          <p:cNvSpPr txBox="1">
            <a:spLocks noGrp="1"/>
          </p:cNvSpPr>
          <p:nvPr>
            <p:ph type="title" idx="2" hasCustomPrompt="1"/>
          </p:nvPr>
        </p:nvSpPr>
        <p:spPr>
          <a:xfrm>
            <a:off x="6312688" y="1409791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14" name="Google Shape;2514;p141"/>
          <p:cNvSpPr txBox="1">
            <a:spLocks noGrp="1"/>
          </p:cNvSpPr>
          <p:nvPr>
            <p:ph type="subTitle" idx="3"/>
          </p:nvPr>
        </p:nvSpPr>
        <p:spPr>
          <a:xfrm>
            <a:off x="6312688" y="1930579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5" name="Google Shape;2515;p141"/>
          <p:cNvSpPr txBox="1">
            <a:spLocks noGrp="1"/>
          </p:cNvSpPr>
          <p:nvPr>
            <p:ph type="title" idx="4" hasCustomPrompt="1"/>
          </p:nvPr>
        </p:nvSpPr>
        <p:spPr>
          <a:xfrm>
            <a:off x="3101163" y="3171014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16" name="Google Shape;2516;p141"/>
          <p:cNvSpPr txBox="1">
            <a:spLocks noGrp="1"/>
          </p:cNvSpPr>
          <p:nvPr>
            <p:ph type="subTitle" idx="5"/>
          </p:nvPr>
        </p:nvSpPr>
        <p:spPr>
          <a:xfrm>
            <a:off x="3101163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7" name="Google Shape;2517;p141"/>
          <p:cNvSpPr txBox="1">
            <a:spLocks noGrp="1"/>
          </p:cNvSpPr>
          <p:nvPr>
            <p:ph type="title" idx="6" hasCustomPrompt="1"/>
          </p:nvPr>
        </p:nvSpPr>
        <p:spPr>
          <a:xfrm>
            <a:off x="6312688" y="3171015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18" name="Google Shape;2518;p141"/>
          <p:cNvSpPr txBox="1">
            <a:spLocks noGrp="1"/>
          </p:cNvSpPr>
          <p:nvPr>
            <p:ph type="subTitle" idx="7"/>
          </p:nvPr>
        </p:nvSpPr>
        <p:spPr>
          <a:xfrm>
            <a:off x="6312688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9" name="Google Shape;2519;p141"/>
          <p:cNvSpPr txBox="1">
            <a:spLocks noGrp="1"/>
          </p:cNvSpPr>
          <p:nvPr>
            <p:ph type="title" idx="8"/>
          </p:nvPr>
        </p:nvSpPr>
        <p:spPr>
          <a:xfrm>
            <a:off x="1993125" y="445025"/>
            <a:ext cx="643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520" name="Google Shape;2520;p141"/>
          <p:cNvGrpSpPr/>
          <p:nvPr/>
        </p:nvGrpSpPr>
        <p:grpSpPr>
          <a:xfrm rot="10800000" flipH="1"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2521" name="Google Shape;2521;p141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41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41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41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41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41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41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41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41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41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1" name="Google Shape;2531;p141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142"/>
          <p:cNvSpPr txBox="1">
            <a:spLocks noGrp="1"/>
          </p:cNvSpPr>
          <p:nvPr>
            <p:ph type="ctrTitle"/>
          </p:nvPr>
        </p:nvSpPr>
        <p:spPr>
          <a:xfrm>
            <a:off x="3451975" y="998763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34" name="Google Shape;2534;p142"/>
          <p:cNvSpPr txBox="1">
            <a:spLocks noGrp="1"/>
          </p:cNvSpPr>
          <p:nvPr>
            <p:ph type="subTitle" idx="1"/>
          </p:nvPr>
        </p:nvSpPr>
        <p:spPr>
          <a:xfrm>
            <a:off x="3447100" y="1890621"/>
            <a:ext cx="4293900" cy="12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535" name="Google Shape;2535;p142"/>
          <p:cNvSpPr txBox="1"/>
          <p:nvPr/>
        </p:nvSpPr>
        <p:spPr>
          <a:xfrm>
            <a:off x="3451975" y="3689688"/>
            <a:ext cx="44382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and it includes icons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infographics &amp; images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2536" name="Google Shape;2536;p142"/>
          <p:cNvGrpSpPr/>
          <p:nvPr/>
        </p:nvGrpSpPr>
        <p:grpSpPr>
          <a:xfrm rot="10800000">
            <a:off x="-36910" y="-164"/>
            <a:ext cx="3086466" cy="5143851"/>
            <a:chOff x="-1" y="-164"/>
            <a:chExt cx="3086466" cy="5143851"/>
          </a:xfrm>
        </p:grpSpPr>
        <p:sp>
          <p:nvSpPr>
            <p:cNvPr id="2537" name="Google Shape;2537;p142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42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42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42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42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42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42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42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42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42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42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42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42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42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42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42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42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42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42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42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7" name="Google Shape;2557;p142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9" name="Google Shape;2559;p143"/>
          <p:cNvGrpSpPr/>
          <p:nvPr/>
        </p:nvGrpSpPr>
        <p:grpSpPr>
          <a:xfrm rot="10800000">
            <a:off x="-18207" y="-175"/>
            <a:ext cx="1145713" cy="5143862"/>
            <a:chOff x="1940752" y="-164"/>
            <a:chExt cx="1145713" cy="5143862"/>
          </a:xfrm>
        </p:grpSpPr>
        <p:sp>
          <p:nvSpPr>
            <p:cNvPr id="2560" name="Google Shape;2560;p143"/>
            <p:cNvSpPr/>
            <p:nvPr/>
          </p:nvSpPr>
          <p:spPr>
            <a:xfrm rot="-5400000">
              <a:off x="-59296" y="2005177"/>
              <a:ext cx="5143851" cy="1133189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43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43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43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43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43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43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43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43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9" name="Google Shape;2569;p143"/>
          <p:cNvGrpSpPr/>
          <p:nvPr/>
        </p:nvGrpSpPr>
        <p:grpSpPr>
          <a:xfrm rot="-5400000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2570" name="Google Shape;2570;p143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71" name="Google Shape;2571;p143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2572" name="Google Shape;2572;p143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Google Shape;2573;p143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Google Shape;2574;p143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143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7" name="Google Shape;2577;p144"/>
          <p:cNvGrpSpPr/>
          <p:nvPr/>
        </p:nvGrpSpPr>
        <p:grpSpPr>
          <a:xfrm flipH="1">
            <a:off x="-18663" y="4014980"/>
            <a:ext cx="9181330" cy="1149629"/>
            <a:chOff x="-17463" y="-1061"/>
            <a:chExt cx="9181330" cy="1149629"/>
          </a:xfrm>
        </p:grpSpPr>
        <p:grpSp>
          <p:nvGrpSpPr>
            <p:cNvPr id="2578" name="Google Shape;2578;p144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2579" name="Google Shape;2579;p144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Google Shape;2580;p144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Google Shape;2581;p144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144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144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144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144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144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144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144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144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144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144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144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93" name="Google Shape;2593;p144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p146"/>
          <p:cNvSpPr txBox="1">
            <a:spLocks noGrp="1"/>
          </p:cNvSpPr>
          <p:nvPr>
            <p:ph type="ctrTitle"/>
          </p:nvPr>
        </p:nvSpPr>
        <p:spPr>
          <a:xfrm>
            <a:off x="3447100" y="1391250"/>
            <a:ext cx="44331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599" name="Google Shape;2599;p146"/>
          <p:cNvSpPr txBox="1">
            <a:spLocks noGrp="1"/>
          </p:cNvSpPr>
          <p:nvPr>
            <p:ph type="subTitle" idx="1"/>
          </p:nvPr>
        </p:nvSpPr>
        <p:spPr>
          <a:xfrm>
            <a:off x="3447100" y="3647550"/>
            <a:ext cx="4433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600" name="Google Shape;2600;p146"/>
          <p:cNvSpPr txBox="1">
            <a:spLocks noGrp="1"/>
          </p:cNvSpPr>
          <p:nvPr>
            <p:ph type="sldNum" idx="12"/>
          </p:nvPr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01" name="Google Shape;2601;p146"/>
          <p:cNvGrpSpPr/>
          <p:nvPr/>
        </p:nvGrpSpPr>
        <p:grpSpPr>
          <a:xfrm>
            <a:off x="-1" y="-164"/>
            <a:ext cx="3115359" cy="5143851"/>
            <a:chOff x="-1" y="-164"/>
            <a:chExt cx="3115359" cy="5143851"/>
          </a:xfrm>
        </p:grpSpPr>
        <p:sp>
          <p:nvSpPr>
            <p:cNvPr id="2602" name="Google Shape;2602;p146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46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46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46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46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46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46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46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46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46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46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46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46"/>
            <p:cNvSpPr/>
            <p:nvPr/>
          </p:nvSpPr>
          <p:spPr>
            <a:xfrm rot="-5400000">
              <a:off x="1944090" y="1481907"/>
              <a:ext cx="1175328" cy="1167209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46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46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46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46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46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46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46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p147"/>
          <p:cNvSpPr txBox="1">
            <a:spLocks noGrp="1"/>
          </p:cNvSpPr>
          <p:nvPr>
            <p:ph type="title"/>
          </p:nvPr>
        </p:nvSpPr>
        <p:spPr>
          <a:xfrm>
            <a:off x="2074225" y="2922963"/>
            <a:ext cx="4995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24" name="Google Shape;2624;p147"/>
          <p:cNvSpPr txBox="1">
            <a:spLocks noGrp="1"/>
          </p:cNvSpPr>
          <p:nvPr>
            <p:ph type="title" idx="2" hasCustomPrompt="1"/>
          </p:nvPr>
        </p:nvSpPr>
        <p:spPr>
          <a:xfrm>
            <a:off x="2074150" y="1389063"/>
            <a:ext cx="1640700" cy="13626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25" name="Google Shape;2625;p147"/>
          <p:cNvSpPr txBox="1">
            <a:spLocks noGrp="1"/>
          </p:cNvSpPr>
          <p:nvPr>
            <p:ph type="subTitle" idx="1"/>
          </p:nvPr>
        </p:nvSpPr>
        <p:spPr>
          <a:xfrm>
            <a:off x="2074225" y="3582888"/>
            <a:ext cx="4995600" cy="5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6" name="Google Shape;2626;p147"/>
          <p:cNvSpPr txBox="1">
            <a:spLocks noGrp="1"/>
          </p:cNvSpPr>
          <p:nvPr>
            <p:ph type="sldNum" idx="12"/>
          </p:nvPr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27" name="Google Shape;2627;p147"/>
          <p:cNvGrpSpPr/>
          <p:nvPr/>
        </p:nvGrpSpPr>
        <p:grpSpPr>
          <a:xfrm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2628" name="Google Shape;2628;p147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47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47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47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47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47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47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47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47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47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8" name="Google Shape;2638;p147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2639" name="Google Shape;2639;p147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40" name="Google Shape;2640;p147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2641" name="Google Shape;2641;p147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147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147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147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6" name="Google Shape;2646;p1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21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647" name="Google Shape;2647;p148"/>
          <p:cNvSpPr txBox="1">
            <a:spLocks noGrp="1"/>
          </p:cNvSpPr>
          <p:nvPr>
            <p:ph type="body" idx="1"/>
          </p:nvPr>
        </p:nvSpPr>
        <p:spPr>
          <a:xfrm>
            <a:off x="720000" y="1117025"/>
            <a:ext cx="72138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5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648" name="Google Shape;2648;p148"/>
          <p:cNvGrpSpPr/>
          <p:nvPr/>
        </p:nvGrpSpPr>
        <p:grpSpPr>
          <a:xfrm rot="-5400000" flipH="1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2649" name="Google Shape;2649;p148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50" name="Google Shape;2650;p148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2651" name="Google Shape;2651;p148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148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148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148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55" name="Google Shape;2655;p148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7" name="Google Shape;2657;p149"/>
          <p:cNvSpPr txBox="1">
            <a:spLocks noGrp="1"/>
          </p:cNvSpPr>
          <p:nvPr>
            <p:ph type="subTitle" idx="1"/>
          </p:nvPr>
        </p:nvSpPr>
        <p:spPr>
          <a:xfrm>
            <a:off x="19606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58" name="Google Shape;2658;p149"/>
          <p:cNvSpPr txBox="1">
            <a:spLocks noGrp="1"/>
          </p:cNvSpPr>
          <p:nvPr>
            <p:ph type="subTitle" idx="2"/>
          </p:nvPr>
        </p:nvSpPr>
        <p:spPr>
          <a:xfrm>
            <a:off x="52878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59" name="Google Shape;2659;p149"/>
          <p:cNvSpPr txBox="1">
            <a:spLocks noGrp="1"/>
          </p:cNvSpPr>
          <p:nvPr>
            <p:ph type="subTitle" idx="3"/>
          </p:nvPr>
        </p:nvSpPr>
        <p:spPr>
          <a:xfrm>
            <a:off x="19606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0" name="Google Shape;2660;p149"/>
          <p:cNvSpPr txBox="1">
            <a:spLocks noGrp="1"/>
          </p:cNvSpPr>
          <p:nvPr>
            <p:ph type="subTitle" idx="4"/>
          </p:nvPr>
        </p:nvSpPr>
        <p:spPr>
          <a:xfrm>
            <a:off x="52878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1" name="Google Shape;2661;p1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662" name="Google Shape;2662;p149"/>
          <p:cNvGrpSpPr/>
          <p:nvPr/>
        </p:nvGrpSpPr>
        <p:grpSpPr>
          <a:xfrm rot="10800000" flipH="1">
            <a:off x="-5" y="-23"/>
            <a:ext cx="1539456" cy="5143534"/>
            <a:chOff x="7633570" y="-10"/>
            <a:chExt cx="1539456" cy="5143534"/>
          </a:xfrm>
        </p:grpSpPr>
        <p:sp>
          <p:nvSpPr>
            <p:cNvPr id="2663" name="Google Shape;2663;p149"/>
            <p:cNvSpPr/>
            <p:nvPr/>
          </p:nvSpPr>
          <p:spPr>
            <a:xfrm rot="5400000">
              <a:off x="7553559" y="94230"/>
              <a:ext cx="1713696" cy="152523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49"/>
            <p:cNvSpPr/>
            <p:nvPr/>
          </p:nvSpPr>
          <p:spPr>
            <a:xfrm rot="5400000">
              <a:off x="7545807" y="87753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49"/>
            <p:cNvSpPr/>
            <p:nvPr/>
          </p:nvSpPr>
          <p:spPr>
            <a:xfrm rot="5400000">
              <a:off x="7546450" y="1802029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49"/>
            <p:cNvSpPr/>
            <p:nvPr/>
          </p:nvSpPr>
          <p:spPr>
            <a:xfrm rot="5400000">
              <a:off x="7722635" y="1889788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49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49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49"/>
            <p:cNvSpPr/>
            <p:nvPr/>
          </p:nvSpPr>
          <p:spPr>
            <a:xfrm rot="5400000">
              <a:off x="7974874" y="2230436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49"/>
            <p:cNvSpPr/>
            <p:nvPr/>
          </p:nvSpPr>
          <p:spPr>
            <a:xfrm rot="5400000">
              <a:off x="7633586" y="990721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49"/>
            <p:cNvSpPr/>
            <p:nvPr/>
          </p:nvSpPr>
          <p:spPr>
            <a:xfrm rot="5400000">
              <a:off x="8013247" y="3935614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49"/>
            <p:cNvSpPr/>
            <p:nvPr/>
          </p:nvSpPr>
          <p:spPr>
            <a:xfrm rot="5400000">
              <a:off x="7974859" y="1373619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3" name="Google Shape;2673;p149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5" name="Google Shape;2675;p150"/>
          <p:cNvSpPr txBox="1">
            <a:spLocks noGrp="1"/>
          </p:cNvSpPr>
          <p:nvPr>
            <p:ph type="title"/>
          </p:nvPr>
        </p:nvSpPr>
        <p:spPr>
          <a:xfrm>
            <a:off x="1924050" y="445025"/>
            <a:ext cx="6500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676" name="Google Shape;2676;p150"/>
          <p:cNvGrpSpPr/>
          <p:nvPr/>
        </p:nvGrpSpPr>
        <p:grpSpPr>
          <a:xfrm>
            <a:off x="-9763" y="-17232"/>
            <a:ext cx="1542338" cy="5160073"/>
            <a:chOff x="7610237" y="2627"/>
            <a:chExt cx="1542338" cy="5160073"/>
          </a:xfrm>
        </p:grpSpPr>
        <p:sp>
          <p:nvSpPr>
            <p:cNvPr id="2677" name="Google Shape;2677;p150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50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50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50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50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50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50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50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50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50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50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50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5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50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50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5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50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4" name="Google Shape;2694;p150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151"/>
          <p:cNvSpPr txBox="1">
            <a:spLocks noGrp="1"/>
          </p:cNvSpPr>
          <p:nvPr>
            <p:ph type="title"/>
          </p:nvPr>
        </p:nvSpPr>
        <p:spPr>
          <a:xfrm>
            <a:off x="3680150" y="1435075"/>
            <a:ext cx="4389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697" name="Google Shape;2697;p151"/>
          <p:cNvSpPr txBox="1">
            <a:spLocks noGrp="1"/>
          </p:cNvSpPr>
          <p:nvPr>
            <p:ph type="body" idx="1"/>
          </p:nvPr>
        </p:nvSpPr>
        <p:spPr>
          <a:xfrm>
            <a:off x="3680150" y="2007775"/>
            <a:ext cx="4389300" cy="231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698" name="Google Shape;2698;p151"/>
          <p:cNvGrpSpPr/>
          <p:nvPr/>
        </p:nvGrpSpPr>
        <p:grpSpPr>
          <a:xfrm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2699" name="Google Shape;2699;p151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2700" name="Google Shape;2700;p151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151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151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151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151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151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151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151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151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151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151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151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151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151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14" name="Google Shape;2714;p151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5" name="Google Shape;2715;p151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Google Shape;2717;p152"/>
          <p:cNvSpPr txBox="1">
            <a:spLocks noGrp="1"/>
          </p:cNvSpPr>
          <p:nvPr>
            <p:ph type="title"/>
          </p:nvPr>
        </p:nvSpPr>
        <p:spPr>
          <a:xfrm>
            <a:off x="2638975" y="1342825"/>
            <a:ext cx="5202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2718" name="Google Shape;2718;p152"/>
          <p:cNvGrpSpPr/>
          <p:nvPr/>
        </p:nvGrpSpPr>
        <p:grpSpPr>
          <a:xfrm>
            <a:off x="-1" y="-176"/>
            <a:ext cx="2068997" cy="5143863"/>
            <a:chOff x="-1" y="-176"/>
            <a:chExt cx="2068997" cy="5143863"/>
          </a:xfrm>
        </p:grpSpPr>
        <p:sp>
          <p:nvSpPr>
            <p:cNvPr id="2719" name="Google Shape;2719;p152"/>
            <p:cNvSpPr/>
            <p:nvPr/>
          </p:nvSpPr>
          <p:spPr>
            <a:xfrm rot="-5400000">
              <a:off x="-1629798" y="1629621"/>
              <a:ext cx="5143851" cy="1884256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52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52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52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52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52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52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52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152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152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152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152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1" name="Google Shape;2731;p152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153"/>
          <p:cNvSpPr txBox="1">
            <a:spLocks noGrp="1"/>
          </p:cNvSpPr>
          <p:nvPr>
            <p:ph type="title"/>
          </p:nvPr>
        </p:nvSpPr>
        <p:spPr>
          <a:xfrm>
            <a:off x="1849175" y="1179150"/>
            <a:ext cx="35355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34" name="Google Shape;2734;p153"/>
          <p:cNvSpPr txBox="1">
            <a:spLocks noGrp="1"/>
          </p:cNvSpPr>
          <p:nvPr>
            <p:ph type="subTitle" idx="1"/>
          </p:nvPr>
        </p:nvSpPr>
        <p:spPr>
          <a:xfrm>
            <a:off x="1849175" y="2860950"/>
            <a:ext cx="3535500" cy="11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35" name="Google Shape;2735;p153"/>
          <p:cNvGrpSpPr/>
          <p:nvPr/>
        </p:nvGrpSpPr>
        <p:grpSpPr>
          <a:xfrm rot="10800000" flipH="1">
            <a:off x="-6888" y="-17232"/>
            <a:ext cx="1542338" cy="5160073"/>
            <a:chOff x="7610237" y="2627"/>
            <a:chExt cx="1542338" cy="5160073"/>
          </a:xfrm>
        </p:grpSpPr>
        <p:sp>
          <p:nvSpPr>
            <p:cNvPr id="2736" name="Google Shape;2736;p153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153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153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153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53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53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53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53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53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153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153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153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153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153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153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153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153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3" name="Google Shape;2753;p153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Google Shape;2755;p154"/>
          <p:cNvSpPr txBox="1">
            <a:spLocks noGrp="1"/>
          </p:cNvSpPr>
          <p:nvPr>
            <p:ph type="title"/>
          </p:nvPr>
        </p:nvSpPr>
        <p:spPr>
          <a:xfrm>
            <a:off x="715100" y="1378725"/>
            <a:ext cx="3803400" cy="9483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756" name="Google Shape;2756;p154"/>
          <p:cNvGrpSpPr/>
          <p:nvPr/>
        </p:nvGrpSpPr>
        <p:grpSpPr>
          <a:xfrm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2757" name="Google Shape;2757;p154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2758" name="Google Shape;2758;p154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154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154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154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154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154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154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154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154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154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154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154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154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154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72" name="Google Shape;2772;p154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Google Shape;2774;p155"/>
          <p:cNvSpPr txBox="1">
            <a:spLocks noGrp="1"/>
          </p:cNvSpPr>
          <p:nvPr>
            <p:ph type="title" hasCustomPrompt="1"/>
          </p:nvPr>
        </p:nvSpPr>
        <p:spPr>
          <a:xfrm>
            <a:off x="2081125" y="1466663"/>
            <a:ext cx="2741400" cy="16770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775" name="Google Shape;2775;p155"/>
          <p:cNvSpPr txBox="1">
            <a:spLocks noGrp="1"/>
          </p:cNvSpPr>
          <p:nvPr>
            <p:ph type="subTitle" idx="1"/>
          </p:nvPr>
        </p:nvSpPr>
        <p:spPr>
          <a:xfrm>
            <a:off x="2081125" y="3224950"/>
            <a:ext cx="4322100" cy="4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776" name="Google Shape;2776;p155"/>
          <p:cNvGrpSpPr/>
          <p:nvPr/>
        </p:nvGrpSpPr>
        <p:grpSpPr>
          <a:xfrm flipH="1">
            <a:off x="-4160" y="-48"/>
            <a:ext cx="1549894" cy="5143534"/>
            <a:chOff x="-14598" y="-48"/>
            <a:chExt cx="1549894" cy="5143534"/>
          </a:xfrm>
        </p:grpSpPr>
        <p:sp>
          <p:nvSpPr>
            <p:cNvPr id="2777" name="Google Shape;2777;p155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155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155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55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55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55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55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55"/>
            <p:cNvSpPr/>
            <p:nvPr/>
          </p:nvSpPr>
          <p:spPr>
            <a:xfrm rot="5400000">
              <a:off x="-14598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55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55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7" name="Google Shape;2787;p155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2788" name="Google Shape;2788;p155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89" name="Google Shape;2789;p155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2790" name="Google Shape;2790;p155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155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155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155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94" name="Google Shape;2794;p155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" name="Google Shape;2797;p157"/>
          <p:cNvSpPr txBox="1">
            <a:spLocks noGrp="1"/>
          </p:cNvSpPr>
          <p:nvPr>
            <p:ph type="title" hasCustomPrompt="1"/>
          </p:nvPr>
        </p:nvSpPr>
        <p:spPr>
          <a:xfrm>
            <a:off x="715100" y="13736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98" name="Google Shape;2798;p157"/>
          <p:cNvSpPr txBox="1">
            <a:spLocks noGrp="1"/>
          </p:cNvSpPr>
          <p:nvPr>
            <p:ph type="subTitle" idx="1"/>
          </p:nvPr>
        </p:nvSpPr>
        <p:spPr>
          <a:xfrm>
            <a:off x="16495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9" name="Google Shape;2799;p157"/>
          <p:cNvSpPr txBox="1">
            <a:spLocks noGrp="1"/>
          </p:cNvSpPr>
          <p:nvPr>
            <p:ph type="title" idx="2" hasCustomPrompt="1"/>
          </p:nvPr>
        </p:nvSpPr>
        <p:spPr>
          <a:xfrm>
            <a:off x="4064600" y="1373650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00" name="Google Shape;2800;p157"/>
          <p:cNvSpPr txBox="1">
            <a:spLocks noGrp="1"/>
          </p:cNvSpPr>
          <p:nvPr>
            <p:ph type="subTitle" idx="3"/>
          </p:nvPr>
        </p:nvSpPr>
        <p:spPr>
          <a:xfrm>
            <a:off x="49990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1" name="Google Shape;2801;p157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02" name="Google Shape;2802;p157"/>
          <p:cNvSpPr txBox="1">
            <a:spLocks noGrp="1"/>
          </p:cNvSpPr>
          <p:nvPr>
            <p:ph type="subTitle" idx="5"/>
          </p:nvPr>
        </p:nvSpPr>
        <p:spPr>
          <a:xfrm>
            <a:off x="16495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3" name="Google Shape;2803;p157"/>
          <p:cNvSpPr txBox="1">
            <a:spLocks noGrp="1"/>
          </p:cNvSpPr>
          <p:nvPr>
            <p:ph type="title" idx="6" hasCustomPrompt="1"/>
          </p:nvPr>
        </p:nvSpPr>
        <p:spPr>
          <a:xfrm>
            <a:off x="40646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04" name="Google Shape;2804;p157"/>
          <p:cNvSpPr txBox="1">
            <a:spLocks noGrp="1"/>
          </p:cNvSpPr>
          <p:nvPr>
            <p:ph type="subTitle" idx="7"/>
          </p:nvPr>
        </p:nvSpPr>
        <p:spPr>
          <a:xfrm>
            <a:off x="49990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5" name="Google Shape;2805;p157"/>
          <p:cNvSpPr txBox="1">
            <a:spLocks noGrp="1"/>
          </p:cNvSpPr>
          <p:nvPr>
            <p:ph type="sldNum" idx="12"/>
          </p:nvPr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6" name="Google Shape;2806;p157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807" name="Google Shape;2807;p157"/>
          <p:cNvSpPr txBox="1">
            <a:spLocks noGrp="1"/>
          </p:cNvSpPr>
          <p:nvPr>
            <p:ph type="subTitle" idx="9"/>
          </p:nvPr>
        </p:nvSpPr>
        <p:spPr>
          <a:xfrm>
            <a:off x="16446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08" name="Google Shape;2808;p157"/>
          <p:cNvSpPr txBox="1">
            <a:spLocks noGrp="1"/>
          </p:cNvSpPr>
          <p:nvPr>
            <p:ph type="subTitle" idx="13"/>
          </p:nvPr>
        </p:nvSpPr>
        <p:spPr>
          <a:xfrm>
            <a:off x="49990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09" name="Google Shape;2809;p157"/>
          <p:cNvSpPr txBox="1">
            <a:spLocks noGrp="1"/>
          </p:cNvSpPr>
          <p:nvPr>
            <p:ph type="subTitle" idx="14"/>
          </p:nvPr>
        </p:nvSpPr>
        <p:spPr>
          <a:xfrm>
            <a:off x="16446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10" name="Google Shape;2810;p157"/>
          <p:cNvSpPr txBox="1">
            <a:spLocks noGrp="1"/>
          </p:cNvSpPr>
          <p:nvPr>
            <p:ph type="subTitle" idx="15"/>
          </p:nvPr>
        </p:nvSpPr>
        <p:spPr>
          <a:xfrm>
            <a:off x="49990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811" name="Google Shape;2811;p157"/>
          <p:cNvGrpSpPr/>
          <p:nvPr/>
        </p:nvGrpSpPr>
        <p:grpSpPr>
          <a:xfrm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2812" name="Google Shape;2812;p157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57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57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57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157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157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57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57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57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57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57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57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57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57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157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157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157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p158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6504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831" name="Google Shape;2831;p158"/>
          <p:cNvGrpSpPr/>
          <p:nvPr/>
        </p:nvGrpSpPr>
        <p:grpSpPr>
          <a:xfrm>
            <a:off x="7594627" y="-48"/>
            <a:ext cx="1559299" cy="5143534"/>
            <a:chOff x="-14073" y="-48"/>
            <a:chExt cx="1559299" cy="5143534"/>
          </a:xfrm>
        </p:grpSpPr>
        <p:sp>
          <p:nvSpPr>
            <p:cNvPr id="2832" name="Google Shape;2832;p158"/>
            <p:cNvSpPr/>
            <p:nvPr/>
          </p:nvSpPr>
          <p:spPr>
            <a:xfrm rot="5400000">
              <a:off x="-8135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58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58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58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58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58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58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58"/>
            <p:cNvSpPr/>
            <p:nvPr/>
          </p:nvSpPr>
          <p:spPr>
            <a:xfrm rot="5400000">
              <a:off x="-1407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58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58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42" name="Google Shape;2842;p158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2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4" name="Google Shape;2844;p1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845" name="Google Shape;2845;p159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2846" name="Google Shape;2846;p159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47" name="Google Shape;2847;p159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2848" name="Google Shape;2848;p159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159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159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159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52" name="Google Shape;2852;p159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">
    <p:spTree>
      <p:nvGrpSpPr>
        <p:cNvPr id="1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1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855" name="Google Shape;2855;p160"/>
          <p:cNvGrpSpPr/>
          <p:nvPr/>
        </p:nvGrpSpPr>
        <p:grpSpPr>
          <a:xfrm>
            <a:off x="7670071" y="0"/>
            <a:ext cx="1473929" cy="5143556"/>
            <a:chOff x="7670071" y="0"/>
            <a:chExt cx="1473929" cy="5143556"/>
          </a:xfrm>
        </p:grpSpPr>
        <p:sp>
          <p:nvSpPr>
            <p:cNvPr id="2856" name="Google Shape;2856;p160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5"/>
                  </a:lnTo>
                  <a:lnTo>
                    <a:pt x="58405" y="524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60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58405" y="52445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60"/>
            <p:cNvSpPr/>
            <p:nvPr/>
          </p:nvSpPr>
          <p:spPr>
            <a:xfrm flipH="1">
              <a:off x="7971900" y="216850"/>
              <a:ext cx="877425" cy="877425"/>
            </a:xfrm>
            <a:custGeom>
              <a:avLst/>
              <a:gdLst/>
              <a:ahLst/>
              <a:cxnLst/>
              <a:rect l="l" t="t" r="r" b="b"/>
              <a:pathLst>
                <a:path w="35097" h="35097" extrusionOk="0">
                  <a:moveTo>
                    <a:pt x="31227" y="10543"/>
                  </a:moveTo>
                  <a:cubicBezTo>
                    <a:pt x="35097" y="18105"/>
                    <a:pt x="32117" y="27357"/>
                    <a:pt x="24555" y="31227"/>
                  </a:cubicBezTo>
                  <a:cubicBezTo>
                    <a:pt x="16993" y="35097"/>
                    <a:pt x="7741" y="32116"/>
                    <a:pt x="3871" y="24555"/>
                  </a:cubicBezTo>
                  <a:cubicBezTo>
                    <a:pt x="1" y="16993"/>
                    <a:pt x="2981" y="7741"/>
                    <a:pt x="10543" y="3871"/>
                  </a:cubicBezTo>
                  <a:cubicBezTo>
                    <a:pt x="18105" y="1"/>
                    <a:pt x="27357" y="2981"/>
                    <a:pt x="31227" y="105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60"/>
            <p:cNvSpPr/>
            <p:nvPr/>
          </p:nvSpPr>
          <p:spPr>
            <a:xfrm flipH="1">
              <a:off x="7902950" y="271350"/>
              <a:ext cx="794025" cy="640550"/>
            </a:xfrm>
            <a:custGeom>
              <a:avLst/>
              <a:gdLst/>
              <a:ahLst/>
              <a:cxnLst/>
              <a:rect l="l" t="t" r="r" b="b"/>
              <a:pathLst>
                <a:path w="31761" h="25622" extrusionOk="0">
                  <a:moveTo>
                    <a:pt x="11433" y="0"/>
                  </a:moveTo>
                  <a:cubicBezTo>
                    <a:pt x="7073" y="0"/>
                    <a:pt x="2937" y="1824"/>
                    <a:pt x="1" y="5116"/>
                  </a:cubicBezTo>
                  <a:lnTo>
                    <a:pt x="22909" y="25622"/>
                  </a:lnTo>
                  <a:cubicBezTo>
                    <a:pt x="31761" y="15747"/>
                    <a:pt x="24733" y="0"/>
                    <a:pt x="11433" y="0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60"/>
            <p:cNvSpPr/>
            <p:nvPr/>
          </p:nvSpPr>
          <p:spPr>
            <a:xfrm flipH="1">
              <a:off x="7760249" y="1311100"/>
              <a:ext cx="1380426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58405" y="52444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60"/>
            <p:cNvSpPr/>
            <p:nvPr/>
          </p:nvSpPr>
          <p:spPr>
            <a:xfrm flipH="1">
              <a:off x="8411150" y="1311100"/>
              <a:ext cx="729525" cy="1311125"/>
            </a:xfrm>
            <a:custGeom>
              <a:avLst/>
              <a:gdLst/>
              <a:ahLst/>
              <a:cxnLst/>
              <a:rect l="l" t="t" r="r" b="b"/>
              <a:pathLst>
                <a:path w="29181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29181" y="524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60"/>
            <p:cNvSpPr/>
            <p:nvPr/>
          </p:nvSpPr>
          <p:spPr>
            <a:xfrm flipH="1">
              <a:off x="7680525" y="1311100"/>
              <a:ext cx="730650" cy="1311125"/>
            </a:xfrm>
            <a:custGeom>
              <a:avLst/>
              <a:gdLst/>
              <a:ahLst/>
              <a:cxnLst/>
              <a:rect l="l" t="t" r="r" b="b"/>
              <a:pathLst>
                <a:path w="29226" h="52445" extrusionOk="0">
                  <a:moveTo>
                    <a:pt x="1" y="52444"/>
                  </a:moveTo>
                  <a:lnTo>
                    <a:pt x="29225" y="1"/>
                  </a:lnTo>
                  <a:lnTo>
                    <a:pt x="29225" y="5244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60"/>
            <p:cNvSpPr/>
            <p:nvPr/>
          </p:nvSpPr>
          <p:spPr>
            <a:xfrm flipH="1">
              <a:off x="8719175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60"/>
            <p:cNvSpPr/>
            <p:nvPr/>
          </p:nvSpPr>
          <p:spPr>
            <a:xfrm flipH="1">
              <a:off x="7670071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6859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6859" y="1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60"/>
            <p:cNvSpPr/>
            <p:nvPr/>
          </p:nvSpPr>
          <p:spPr>
            <a:xfrm flipH="1">
              <a:off x="7680525" y="1311100"/>
              <a:ext cx="1460150" cy="757325"/>
            </a:xfrm>
            <a:custGeom>
              <a:avLst/>
              <a:gdLst/>
              <a:ahLst/>
              <a:cxnLst/>
              <a:rect l="l" t="t" r="r" b="b"/>
              <a:pathLst>
                <a:path w="58406" h="30293" extrusionOk="0">
                  <a:moveTo>
                    <a:pt x="1" y="1"/>
                  </a:moveTo>
                  <a:lnTo>
                    <a:pt x="16859" y="30292"/>
                  </a:lnTo>
                  <a:lnTo>
                    <a:pt x="41547" y="30292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60"/>
            <p:cNvSpPr/>
            <p:nvPr/>
          </p:nvSpPr>
          <p:spPr>
            <a:xfrm flipH="1">
              <a:off x="7684348" y="2623385"/>
              <a:ext cx="1459104" cy="1316675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60"/>
            <p:cNvSpPr/>
            <p:nvPr/>
          </p:nvSpPr>
          <p:spPr>
            <a:xfrm flipH="1">
              <a:off x="7683801" y="2623385"/>
              <a:ext cx="1460199" cy="1316675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160"/>
            <p:cNvSpPr/>
            <p:nvPr/>
          </p:nvSpPr>
          <p:spPr>
            <a:xfrm flipH="1">
              <a:off x="7673375" y="3320635"/>
              <a:ext cx="616638" cy="619425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69" name="Google Shape;2869;p160"/>
            <p:cNvGrpSpPr/>
            <p:nvPr/>
          </p:nvGrpSpPr>
          <p:grpSpPr>
            <a:xfrm flipH="1">
              <a:off x="7680608" y="3940050"/>
              <a:ext cx="1463392" cy="1203506"/>
              <a:chOff x="573525" y="4012581"/>
              <a:chExt cx="1463392" cy="1203506"/>
            </a:xfrm>
          </p:grpSpPr>
          <p:sp>
            <p:nvSpPr>
              <p:cNvPr id="2870" name="Google Shape;2870;p160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Google Shape;2871;p160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72" name="Google Shape;2872;p160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2_1_1"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16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875" name="Google Shape;2875;p161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2876" name="Google Shape;2876;p161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161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161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161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161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161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161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161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161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161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161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61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6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161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161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16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161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93" name="Google Shape;2893;p161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2_1_1_1">
    <p:spTree>
      <p:nvGrpSpPr>
        <p:cNvPr id="1" name="Shape 2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5" name="Google Shape;2895;p162"/>
          <p:cNvSpPr txBox="1">
            <a:spLocks noGrp="1"/>
          </p:cNvSpPr>
          <p:nvPr>
            <p:ph type="title"/>
          </p:nvPr>
        </p:nvSpPr>
        <p:spPr>
          <a:xfrm>
            <a:off x="1530300" y="445025"/>
            <a:ext cx="6893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896" name="Google Shape;2896;p162"/>
          <p:cNvGrpSpPr/>
          <p:nvPr/>
        </p:nvGrpSpPr>
        <p:grpSpPr>
          <a:xfrm rot="-5400000">
            <a:off x="-2053228" y="2043293"/>
            <a:ext cx="5173395" cy="1066931"/>
            <a:chOff x="3970605" y="1540"/>
            <a:chExt cx="5173395" cy="1066931"/>
          </a:xfrm>
        </p:grpSpPr>
        <p:sp>
          <p:nvSpPr>
            <p:cNvPr id="2897" name="Google Shape;2897;p162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98" name="Google Shape;2898;p162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2899" name="Google Shape;2899;p162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162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162"/>
              <p:cNvSpPr/>
              <p:nvPr/>
            </p:nvSpPr>
            <p:spPr>
              <a:xfrm rot="10800000"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162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03" name="Google Shape;2903;p162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2_1_1_1_1">
    <p:spTree>
      <p:nvGrpSpPr>
        <p:cNvPr id="1" name="Shape 2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Google Shape;2905;p163"/>
          <p:cNvSpPr txBox="1">
            <a:spLocks noGrp="1"/>
          </p:cNvSpPr>
          <p:nvPr>
            <p:ph type="title"/>
          </p:nvPr>
        </p:nvSpPr>
        <p:spPr>
          <a:xfrm>
            <a:off x="1757375" y="445025"/>
            <a:ext cx="6666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906" name="Google Shape;2906;p163"/>
          <p:cNvGrpSpPr/>
          <p:nvPr/>
        </p:nvGrpSpPr>
        <p:grpSpPr>
          <a:xfrm flipH="1">
            <a:off x="-16637" y="0"/>
            <a:ext cx="1463475" cy="5143556"/>
            <a:chOff x="7680525" y="0"/>
            <a:chExt cx="1463475" cy="5143556"/>
          </a:xfrm>
        </p:grpSpPr>
        <p:grpSp>
          <p:nvGrpSpPr>
            <p:cNvPr id="2907" name="Google Shape;2907;p163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2908" name="Google Shape;2908;p163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163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163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163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163"/>
              <p:cNvSpPr/>
              <p:nvPr/>
            </p:nvSpPr>
            <p:spPr>
              <a:xfrm>
                <a:off x="4025675" y="1517100"/>
                <a:ext cx="1459128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163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163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163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163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163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163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163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163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1" name="Google Shape;2921;p163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2922" name="Google Shape;2922;p163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163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24" name="Google Shape;2924;p163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2_1_1_1_1_1"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164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927" name="Google Shape;2927;p164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9" name="Google Shape;2929;p165"/>
          <p:cNvSpPr txBox="1">
            <a:spLocks noGrp="1"/>
          </p:cNvSpPr>
          <p:nvPr>
            <p:ph type="title"/>
          </p:nvPr>
        </p:nvSpPr>
        <p:spPr>
          <a:xfrm>
            <a:off x="2614075" y="308745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930" name="Google Shape;2930;p165"/>
          <p:cNvSpPr txBox="1">
            <a:spLocks noGrp="1"/>
          </p:cNvSpPr>
          <p:nvPr>
            <p:ph type="subTitle" idx="1"/>
          </p:nvPr>
        </p:nvSpPr>
        <p:spPr>
          <a:xfrm>
            <a:off x="2614075" y="1524150"/>
            <a:ext cx="5790300" cy="15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31" name="Google Shape;2931;p165"/>
          <p:cNvSpPr/>
          <p:nvPr/>
        </p:nvSpPr>
        <p:spPr>
          <a:xfrm rot="-5400000">
            <a:off x="-91280" y="3516910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0" y="0"/>
                </a:moveTo>
                <a:lnTo>
                  <a:pt x="58627" y="0"/>
                </a:lnTo>
                <a:lnTo>
                  <a:pt x="58627" y="52666"/>
                </a:lnTo>
                <a:lnTo>
                  <a:pt x="0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2" name="Google Shape;2932;p165"/>
          <p:cNvSpPr/>
          <p:nvPr/>
        </p:nvSpPr>
        <p:spPr>
          <a:xfrm rot="-5400000">
            <a:off x="-91923" y="3516267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58672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3" name="Google Shape;2933;p165"/>
          <p:cNvSpPr/>
          <p:nvPr/>
        </p:nvSpPr>
        <p:spPr>
          <a:xfrm rot="-5400000">
            <a:off x="-91280" y="1801991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1" y="0"/>
                </a:moveTo>
                <a:lnTo>
                  <a:pt x="1" y="52666"/>
                </a:lnTo>
                <a:lnTo>
                  <a:pt x="58627" y="52666"/>
                </a:lnTo>
                <a:lnTo>
                  <a:pt x="5862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4" name="Google Shape;2934;p165"/>
          <p:cNvSpPr/>
          <p:nvPr/>
        </p:nvSpPr>
        <p:spPr>
          <a:xfrm rot="-5400000">
            <a:off x="83587" y="1889758"/>
            <a:ext cx="1362644" cy="1363930"/>
          </a:xfrm>
          <a:custGeom>
            <a:avLst/>
            <a:gdLst/>
            <a:ahLst/>
            <a:cxnLst/>
            <a:rect l="l" t="t" r="r" b="b"/>
            <a:pathLst>
              <a:path w="46618" h="46662" extrusionOk="0">
                <a:moveTo>
                  <a:pt x="28914" y="3114"/>
                </a:moveTo>
                <a:cubicBezTo>
                  <a:pt x="40079" y="6184"/>
                  <a:pt x="46617" y="17749"/>
                  <a:pt x="43504" y="28958"/>
                </a:cubicBezTo>
                <a:cubicBezTo>
                  <a:pt x="40434" y="40123"/>
                  <a:pt x="28869" y="46662"/>
                  <a:pt x="17704" y="43548"/>
                </a:cubicBezTo>
                <a:cubicBezTo>
                  <a:pt x="6539" y="40479"/>
                  <a:pt x="1" y="28914"/>
                  <a:pt x="3070" y="17749"/>
                </a:cubicBezTo>
                <a:cubicBezTo>
                  <a:pt x="6184" y="6584"/>
                  <a:pt x="17749" y="1"/>
                  <a:pt x="28914" y="3114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5" name="Google Shape;2935;p165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6" name="Google Shape;2936;p165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0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7" name="Google Shape;2937;p165"/>
          <p:cNvSpPr/>
          <p:nvPr/>
        </p:nvSpPr>
        <p:spPr>
          <a:xfrm rot="-5400000">
            <a:off x="332160" y="1368624"/>
            <a:ext cx="856848" cy="1539456"/>
          </a:xfrm>
          <a:custGeom>
            <a:avLst/>
            <a:gdLst/>
            <a:ahLst/>
            <a:cxnLst/>
            <a:rect l="l" t="t" r="r" b="b"/>
            <a:pathLst>
              <a:path w="29314" h="52667" extrusionOk="0">
                <a:moveTo>
                  <a:pt x="29313" y="0"/>
                </a:moveTo>
                <a:lnTo>
                  <a:pt x="0" y="26333"/>
                </a:lnTo>
                <a:lnTo>
                  <a:pt x="29313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8" name="Google Shape;2938;p165"/>
          <p:cNvSpPr/>
          <p:nvPr/>
        </p:nvSpPr>
        <p:spPr>
          <a:xfrm rot="-5400000">
            <a:off x="821503" y="3428524"/>
            <a:ext cx="724232" cy="724232"/>
          </a:xfrm>
          <a:custGeom>
            <a:avLst/>
            <a:gdLst/>
            <a:ahLst/>
            <a:cxnLst/>
            <a:rect l="l" t="t" r="r" b="b"/>
            <a:pathLst>
              <a:path w="24777" h="24777" extrusionOk="0">
                <a:moveTo>
                  <a:pt x="24777" y="0"/>
                </a:moveTo>
                <a:cubicBezTo>
                  <a:pt x="11076" y="0"/>
                  <a:pt x="0" y="11076"/>
                  <a:pt x="0" y="24776"/>
                </a:cubicBezTo>
                <a:lnTo>
                  <a:pt x="24777" y="24776"/>
                </a:lnTo>
                <a:lnTo>
                  <a:pt x="2477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9" name="Google Shape;2939;p165"/>
          <p:cNvSpPr/>
          <p:nvPr/>
        </p:nvSpPr>
        <p:spPr>
          <a:xfrm rot="-5400000">
            <a:off x="374185" y="507044"/>
            <a:ext cx="781435" cy="700818"/>
          </a:xfrm>
          <a:custGeom>
            <a:avLst/>
            <a:gdLst/>
            <a:ahLst/>
            <a:cxnLst/>
            <a:rect l="l" t="t" r="r" b="b"/>
            <a:pathLst>
              <a:path w="26734" h="23976" extrusionOk="0">
                <a:moveTo>
                  <a:pt x="0" y="0"/>
                </a:moveTo>
                <a:lnTo>
                  <a:pt x="26734" y="0"/>
                </a:lnTo>
                <a:lnTo>
                  <a:pt x="26734" y="23976"/>
                </a:lnTo>
                <a:lnTo>
                  <a:pt x="0" y="2397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0" name="Google Shape;2940;p165"/>
          <p:cNvSpPr/>
          <p:nvPr/>
        </p:nvSpPr>
        <p:spPr>
          <a:xfrm rot="-5400000">
            <a:off x="332145" y="2231917"/>
            <a:ext cx="856877" cy="1539456"/>
          </a:xfrm>
          <a:custGeom>
            <a:avLst/>
            <a:gdLst/>
            <a:ahLst/>
            <a:cxnLst/>
            <a:rect l="l" t="t" r="r" b="b"/>
            <a:pathLst>
              <a:path w="29315" h="52667" extrusionOk="0">
                <a:moveTo>
                  <a:pt x="1" y="0"/>
                </a:moveTo>
                <a:lnTo>
                  <a:pt x="1" y="52666"/>
                </a:lnTo>
                <a:lnTo>
                  <a:pt x="29314" y="26333"/>
                </a:lnTo>
                <a:lnTo>
                  <a:pt x="1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1" name="Google Shape;2941;p165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2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3" name="Google Shape;2943;p166"/>
          <p:cNvSpPr txBox="1">
            <a:spLocks noGrp="1"/>
          </p:cNvSpPr>
          <p:nvPr>
            <p:ph type="subTitle" idx="1"/>
          </p:nvPr>
        </p:nvSpPr>
        <p:spPr>
          <a:xfrm>
            <a:off x="720000" y="2647200"/>
            <a:ext cx="2907600" cy="10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4" name="Google Shape;2944;p166"/>
          <p:cNvSpPr txBox="1">
            <a:spLocks noGrp="1"/>
          </p:cNvSpPr>
          <p:nvPr>
            <p:ph type="title"/>
          </p:nvPr>
        </p:nvSpPr>
        <p:spPr>
          <a:xfrm>
            <a:off x="720000" y="2116888"/>
            <a:ext cx="326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945" name="Google Shape;2945;p166"/>
          <p:cNvGrpSpPr/>
          <p:nvPr/>
        </p:nvGrpSpPr>
        <p:grpSpPr>
          <a:xfrm rot="10800000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2946" name="Google Shape;2946;p166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2947" name="Google Shape;2947;p166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166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166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166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166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166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166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166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166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166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166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166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166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166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61" name="Google Shape;2961;p166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2" name="Google Shape;2962;p166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4" name="Google Shape;2964;p167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2965" name="Google Shape;2965;p167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167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167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167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167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167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67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167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67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67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67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67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67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67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67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67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67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82" name="Google Shape;2982;p167"/>
          <p:cNvSpPr txBox="1">
            <a:spLocks noGrp="1"/>
          </p:cNvSpPr>
          <p:nvPr>
            <p:ph type="subTitle" idx="1"/>
          </p:nvPr>
        </p:nvSpPr>
        <p:spPr>
          <a:xfrm>
            <a:off x="720000" y="1182900"/>
            <a:ext cx="6578100" cy="33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83" name="Google Shape;2983;p16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578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984" name="Google Shape;2984;p167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6" name="Google Shape;2986;p168"/>
          <p:cNvSpPr txBox="1">
            <a:spLocks noGrp="1"/>
          </p:cNvSpPr>
          <p:nvPr>
            <p:ph type="subTitle" idx="1"/>
          </p:nvPr>
        </p:nvSpPr>
        <p:spPr>
          <a:xfrm>
            <a:off x="719988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87" name="Google Shape;2987;p168"/>
          <p:cNvSpPr txBox="1">
            <a:spLocks noGrp="1"/>
          </p:cNvSpPr>
          <p:nvPr>
            <p:ph type="subTitle" idx="2"/>
          </p:nvPr>
        </p:nvSpPr>
        <p:spPr>
          <a:xfrm>
            <a:off x="4374813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88" name="Google Shape;2988;p168"/>
          <p:cNvSpPr txBox="1">
            <a:spLocks noGrp="1"/>
          </p:cNvSpPr>
          <p:nvPr>
            <p:ph type="subTitle" idx="3"/>
          </p:nvPr>
        </p:nvSpPr>
        <p:spPr>
          <a:xfrm>
            <a:off x="719988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9" name="Google Shape;2989;p168"/>
          <p:cNvSpPr txBox="1">
            <a:spLocks noGrp="1"/>
          </p:cNvSpPr>
          <p:nvPr>
            <p:ph type="subTitle" idx="4"/>
          </p:nvPr>
        </p:nvSpPr>
        <p:spPr>
          <a:xfrm>
            <a:off x="4374813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0" name="Google Shape;2990;p16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2991" name="Google Shape;2991;p168"/>
          <p:cNvGrpSpPr/>
          <p:nvPr/>
        </p:nvGrpSpPr>
        <p:grpSpPr>
          <a:xfrm flipH="1">
            <a:off x="7601662" y="-8302"/>
            <a:ext cx="1542338" cy="5160073"/>
            <a:chOff x="7610237" y="2627"/>
            <a:chExt cx="1542338" cy="5160073"/>
          </a:xfrm>
        </p:grpSpPr>
        <p:sp>
          <p:nvSpPr>
            <p:cNvPr id="2992" name="Google Shape;2992;p168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168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168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168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68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168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168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168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168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168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168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168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168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168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168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168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168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9" name="Google Shape;3009;p168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p169"/>
          <p:cNvSpPr txBox="1">
            <a:spLocks noGrp="1"/>
          </p:cNvSpPr>
          <p:nvPr>
            <p:ph type="subTitle" idx="1"/>
          </p:nvPr>
        </p:nvSpPr>
        <p:spPr>
          <a:xfrm>
            <a:off x="1703000" y="11865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12" name="Google Shape;3012;p169"/>
          <p:cNvSpPr txBox="1">
            <a:spLocks noGrp="1"/>
          </p:cNvSpPr>
          <p:nvPr>
            <p:ph type="subTitle" idx="2"/>
          </p:nvPr>
        </p:nvSpPr>
        <p:spPr>
          <a:xfrm>
            <a:off x="1703000" y="16319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3" name="Google Shape;3013;p169"/>
          <p:cNvSpPr txBox="1">
            <a:spLocks noGrp="1"/>
          </p:cNvSpPr>
          <p:nvPr>
            <p:ph type="subTitle" idx="3"/>
          </p:nvPr>
        </p:nvSpPr>
        <p:spPr>
          <a:xfrm>
            <a:off x="1703000" y="27403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4" name="Google Shape;3014;p169"/>
          <p:cNvSpPr txBox="1">
            <a:spLocks noGrp="1"/>
          </p:cNvSpPr>
          <p:nvPr>
            <p:ph type="subTitle" idx="4"/>
          </p:nvPr>
        </p:nvSpPr>
        <p:spPr>
          <a:xfrm>
            <a:off x="1703000" y="38487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5" name="Google Shape;3015;p16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016" name="Google Shape;3016;p169"/>
          <p:cNvSpPr txBox="1">
            <a:spLocks noGrp="1"/>
          </p:cNvSpPr>
          <p:nvPr>
            <p:ph type="subTitle" idx="5"/>
          </p:nvPr>
        </p:nvSpPr>
        <p:spPr>
          <a:xfrm>
            <a:off x="1703000" y="22949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17" name="Google Shape;3017;p169"/>
          <p:cNvSpPr txBox="1">
            <a:spLocks noGrp="1"/>
          </p:cNvSpPr>
          <p:nvPr>
            <p:ph type="subTitle" idx="6"/>
          </p:nvPr>
        </p:nvSpPr>
        <p:spPr>
          <a:xfrm>
            <a:off x="1703000" y="34033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018" name="Google Shape;3018;p169"/>
          <p:cNvGrpSpPr/>
          <p:nvPr/>
        </p:nvGrpSpPr>
        <p:grpSpPr>
          <a:xfrm rot="10800000"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3019" name="Google Shape;3019;p169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169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169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169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169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169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169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169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169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169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169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169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16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169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169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16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169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36" name="Google Shape;3036;p169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8" name="Google Shape;3038;p170"/>
          <p:cNvSpPr txBox="1">
            <a:spLocks noGrp="1"/>
          </p:cNvSpPr>
          <p:nvPr>
            <p:ph type="subTitle" idx="1"/>
          </p:nvPr>
        </p:nvSpPr>
        <p:spPr>
          <a:xfrm>
            <a:off x="1523550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39" name="Google Shape;3039;p170"/>
          <p:cNvSpPr txBox="1">
            <a:spLocks noGrp="1"/>
          </p:cNvSpPr>
          <p:nvPr>
            <p:ph type="subTitle" idx="2"/>
          </p:nvPr>
        </p:nvSpPr>
        <p:spPr>
          <a:xfrm>
            <a:off x="15235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0" name="Google Shape;3040;p170"/>
          <p:cNvSpPr txBox="1">
            <a:spLocks noGrp="1"/>
          </p:cNvSpPr>
          <p:nvPr>
            <p:ph type="subTitle" idx="3"/>
          </p:nvPr>
        </p:nvSpPr>
        <p:spPr>
          <a:xfrm>
            <a:off x="49280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1" name="Google Shape;3041;p170"/>
          <p:cNvSpPr txBox="1">
            <a:spLocks noGrp="1"/>
          </p:cNvSpPr>
          <p:nvPr>
            <p:ph type="subTitle" idx="4"/>
          </p:nvPr>
        </p:nvSpPr>
        <p:spPr>
          <a:xfrm>
            <a:off x="15235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2" name="Google Shape;3042;p170"/>
          <p:cNvSpPr txBox="1">
            <a:spLocks noGrp="1"/>
          </p:cNvSpPr>
          <p:nvPr>
            <p:ph type="subTitle" idx="5"/>
          </p:nvPr>
        </p:nvSpPr>
        <p:spPr>
          <a:xfrm>
            <a:off x="49280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3" name="Google Shape;3043;p17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044" name="Google Shape;3044;p170"/>
          <p:cNvSpPr txBox="1">
            <a:spLocks noGrp="1"/>
          </p:cNvSpPr>
          <p:nvPr>
            <p:ph type="subTitle" idx="6"/>
          </p:nvPr>
        </p:nvSpPr>
        <p:spPr>
          <a:xfrm>
            <a:off x="1523550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45" name="Google Shape;3045;p170"/>
          <p:cNvSpPr txBox="1">
            <a:spLocks noGrp="1"/>
          </p:cNvSpPr>
          <p:nvPr>
            <p:ph type="subTitle" idx="7"/>
          </p:nvPr>
        </p:nvSpPr>
        <p:spPr>
          <a:xfrm>
            <a:off x="4928048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46" name="Google Shape;3046;p170"/>
          <p:cNvSpPr txBox="1">
            <a:spLocks noGrp="1"/>
          </p:cNvSpPr>
          <p:nvPr>
            <p:ph type="subTitle" idx="8"/>
          </p:nvPr>
        </p:nvSpPr>
        <p:spPr>
          <a:xfrm>
            <a:off x="4928048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047" name="Google Shape;3047;p170"/>
          <p:cNvGrpSpPr/>
          <p:nvPr/>
        </p:nvGrpSpPr>
        <p:grpSpPr>
          <a:xfrm>
            <a:off x="7680525" y="0"/>
            <a:ext cx="1463475" cy="5143556"/>
            <a:chOff x="7680525" y="0"/>
            <a:chExt cx="1463475" cy="5143556"/>
          </a:xfrm>
        </p:grpSpPr>
        <p:grpSp>
          <p:nvGrpSpPr>
            <p:cNvPr id="3048" name="Google Shape;3048;p170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3049" name="Google Shape;3049;p170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170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170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170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170"/>
              <p:cNvSpPr/>
              <p:nvPr/>
            </p:nvSpPr>
            <p:spPr>
              <a:xfrm>
                <a:off x="4025675" y="15171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170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Google Shape;3055;p170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170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170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170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170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170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170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62" name="Google Shape;3062;p170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3063" name="Google Shape;3063;p170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170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5" name="Google Shape;3065;p170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3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7" name="Google Shape;3067;p171"/>
          <p:cNvSpPr txBox="1">
            <a:spLocks noGrp="1"/>
          </p:cNvSpPr>
          <p:nvPr>
            <p:ph type="subTitle" idx="1"/>
          </p:nvPr>
        </p:nvSpPr>
        <p:spPr>
          <a:xfrm>
            <a:off x="720000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68" name="Google Shape;3068;p171"/>
          <p:cNvSpPr txBox="1">
            <a:spLocks noGrp="1"/>
          </p:cNvSpPr>
          <p:nvPr>
            <p:ph type="subTitle" idx="2"/>
          </p:nvPr>
        </p:nvSpPr>
        <p:spPr>
          <a:xfrm>
            <a:off x="7200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9" name="Google Shape;3069;p171"/>
          <p:cNvSpPr txBox="1">
            <a:spLocks noGrp="1"/>
          </p:cNvSpPr>
          <p:nvPr>
            <p:ph type="subTitle" idx="3"/>
          </p:nvPr>
        </p:nvSpPr>
        <p:spPr>
          <a:xfrm>
            <a:off x="41245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0" name="Google Shape;3070;p171"/>
          <p:cNvSpPr txBox="1">
            <a:spLocks noGrp="1"/>
          </p:cNvSpPr>
          <p:nvPr>
            <p:ph type="subTitle" idx="4"/>
          </p:nvPr>
        </p:nvSpPr>
        <p:spPr>
          <a:xfrm>
            <a:off x="7200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1" name="Google Shape;3071;p171"/>
          <p:cNvSpPr txBox="1">
            <a:spLocks noGrp="1"/>
          </p:cNvSpPr>
          <p:nvPr>
            <p:ph type="subTitle" idx="5"/>
          </p:nvPr>
        </p:nvSpPr>
        <p:spPr>
          <a:xfrm>
            <a:off x="41245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2" name="Google Shape;3072;p17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073" name="Google Shape;3073;p171"/>
          <p:cNvSpPr txBox="1">
            <a:spLocks noGrp="1"/>
          </p:cNvSpPr>
          <p:nvPr>
            <p:ph type="subTitle" idx="6"/>
          </p:nvPr>
        </p:nvSpPr>
        <p:spPr>
          <a:xfrm>
            <a:off x="720000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74" name="Google Shape;3074;p171"/>
          <p:cNvSpPr txBox="1">
            <a:spLocks noGrp="1"/>
          </p:cNvSpPr>
          <p:nvPr>
            <p:ph type="subTitle" idx="7"/>
          </p:nvPr>
        </p:nvSpPr>
        <p:spPr>
          <a:xfrm>
            <a:off x="4124498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75" name="Google Shape;3075;p171"/>
          <p:cNvSpPr txBox="1">
            <a:spLocks noGrp="1"/>
          </p:cNvSpPr>
          <p:nvPr>
            <p:ph type="subTitle" idx="8"/>
          </p:nvPr>
        </p:nvSpPr>
        <p:spPr>
          <a:xfrm>
            <a:off x="4124498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076" name="Google Shape;3076;p171"/>
          <p:cNvGrpSpPr/>
          <p:nvPr/>
        </p:nvGrpSpPr>
        <p:grpSpPr>
          <a:xfrm flipH="1">
            <a:off x="7604540" y="-48"/>
            <a:ext cx="1539456" cy="5143534"/>
            <a:chOff x="-4160" y="-48"/>
            <a:chExt cx="1539456" cy="5143534"/>
          </a:xfrm>
        </p:grpSpPr>
        <p:sp>
          <p:nvSpPr>
            <p:cNvPr id="3077" name="Google Shape;3077;p171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171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171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171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171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171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171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171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171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171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87" name="Google Shape;3087;p171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p17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090" name="Google Shape;3090;p172"/>
          <p:cNvSpPr txBox="1">
            <a:spLocks noGrp="1"/>
          </p:cNvSpPr>
          <p:nvPr>
            <p:ph type="subTitle" idx="1"/>
          </p:nvPr>
        </p:nvSpPr>
        <p:spPr>
          <a:xfrm>
            <a:off x="897848" y="2299001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1" name="Google Shape;3091;p172"/>
          <p:cNvSpPr txBox="1">
            <a:spLocks noGrp="1"/>
          </p:cNvSpPr>
          <p:nvPr>
            <p:ph type="subTitle" idx="2"/>
          </p:nvPr>
        </p:nvSpPr>
        <p:spPr>
          <a:xfrm>
            <a:off x="2965075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2" name="Google Shape;3092;p172"/>
          <p:cNvSpPr txBox="1">
            <a:spLocks noGrp="1"/>
          </p:cNvSpPr>
          <p:nvPr>
            <p:ph type="subTitle" idx="3"/>
          </p:nvPr>
        </p:nvSpPr>
        <p:spPr>
          <a:xfrm>
            <a:off x="5036500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3" name="Google Shape;3093;p172"/>
          <p:cNvSpPr txBox="1">
            <a:spLocks noGrp="1"/>
          </p:cNvSpPr>
          <p:nvPr>
            <p:ph type="subTitle" idx="4"/>
          </p:nvPr>
        </p:nvSpPr>
        <p:spPr>
          <a:xfrm>
            <a:off x="897848" y="4123692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4" name="Google Shape;3094;p172"/>
          <p:cNvSpPr txBox="1">
            <a:spLocks noGrp="1"/>
          </p:cNvSpPr>
          <p:nvPr>
            <p:ph type="subTitle" idx="5"/>
          </p:nvPr>
        </p:nvSpPr>
        <p:spPr>
          <a:xfrm>
            <a:off x="2965075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5" name="Google Shape;3095;p172"/>
          <p:cNvSpPr txBox="1">
            <a:spLocks noGrp="1"/>
          </p:cNvSpPr>
          <p:nvPr>
            <p:ph type="subTitle" idx="6"/>
          </p:nvPr>
        </p:nvSpPr>
        <p:spPr>
          <a:xfrm>
            <a:off x="5036500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6" name="Google Shape;3096;p172"/>
          <p:cNvSpPr txBox="1">
            <a:spLocks noGrp="1"/>
          </p:cNvSpPr>
          <p:nvPr>
            <p:ph type="subTitle" idx="7"/>
          </p:nvPr>
        </p:nvSpPr>
        <p:spPr>
          <a:xfrm>
            <a:off x="893700" y="1863675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97" name="Google Shape;3097;p172"/>
          <p:cNvSpPr txBox="1">
            <a:spLocks noGrp="1"/>
          </p:cNvSpPr>
          <p:nvPr>
            <p:ph type="subTitle" idx="8"/>
          </p:nvPr>
        </p:nvSpPr>
        <p:spPr>
          <a:xfrm>
            <a:off x="2965075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98" name="Google Shape;3098;p172"/>
          <p:cNvSpPr txBox="1">
            <a:spLocks noGrp="1"/>
          </p:cNvSpPr>
          <p:nvPr>
            <p:ph type="subTitle" idx="9"/>
          </p:nvPr>
        </p:nvSpPr>
        <p:spPr>
          <a:xfrm>
            <a:off x="5040657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099" name="Google Shape;3099;p172"/>
          <p:cNvSpPr txBox="1">
            <a:spLocks noGrp="1"/>
          </p:cNvSpPr>
          <p:nvPr>
            <p:ph type="subTitle" idx="13"/>
          </p:nvPr>
        </p:nvSpPr>
        <p:spPr>
          <a:xfrm>
            <a:off x="893700" y="3683823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00" name="Google Shape;3100;p172"/>
          <p:cNvSpPr txBox="1">
            <a:spLocks noGrp="1"/>
          </p:cNvSpPr>
          <p:nvPr>
            <p:ph type="subTitle" idx="14"/>
          </p:nvPr>
        </p:nvSpPr>
        <p:spPr>
          <a:xfrm>
            <a:off x="2965075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01" name="Google Shape;3101;p172"/>
          <p:cNvSpPr txBox="1">
            <a:spLocks noGrp="1"/>
          </p:cNvSpPr>
          <p:nvPr>
            <p:ph type="subTitle" idx="15"/>
          </p:nvPr>
        </p:nvSpPr>
        <p:spPr>
          <a:xfrm>
            <a:off x="5040657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102" name="Google Shape;3102;p172"/>
          <p:cNvGrpSpPr/>
          <p:nvPr/>
        </p:nvGrpSpPr>
        <p:grpSpPr>
          <a:xfrm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3103" name="Google Shape;3103;p172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172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172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172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172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172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172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172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172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172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172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172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172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172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172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172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172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20" name="Google Shape;3120;p172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3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2" name="Google Shape;3122;p173"/>
          <p:cNvSpPr txBox="1">
            <a:spLocks noGrp="1"/>
          </p:cNvSpPr>
          <p:nvPr>
            <p:ph type="title" hasCustomPrompt="1"/>
          </p:nvPr>
        </p:nvSpPr>
        <p:spPr>
          <a:xfrm>
            <a:off x="92930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23" name="Google Shape;3123;p173"/>
          <p:cNvSpPr txBox="1">
            <a:spLocks noGrp="1"/>
          </p:cNvSpPr>
          <p:nvPr>
            <p:ph type="subTitle" idx="1"/>
          </p:nvPr>
        </p:nvSpPr>
        <p:spPr>
          <a:xfrm>
            <a:off x="72735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4" name="Google Shape;3124;p173"/>
          <p:cNvSpPr txBox="1">
            <a:spLocks noGrp="1"/>
          </p:cNvSpPr>
          <p:nvPr>
            <p:ph type="title" idx="2" hasCustomPrompt="1"/>
          </p:nvPr>
        </p:nvSpPr>
        <p:spPr>
          <a:xfrm>
            <a:off x="3721975" y="2137388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25" name="Google Shape;3125;p173"/>
          <p:cNvSpPr txBox="1">
            <a:spLocks noGrp="1"/>
          </p:cNvSpPr>
          <p:nvPr>
            <p:ph type="subTitle" idx="3"/>
          </p:nvPr>
        </p:nvSpPr>
        <p:spPr>
          <a:xfrm>
            <a:off x="3520025" y="3176463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6" name="Google Shape;3126;p173"/>
          <p:cNvSpPr txBox="1">
            <a:spLocks noGrp="1"/>
          </p:cNvSpPr>
          <p:nvPr>
            <p:ph type="title" idx="4" hasCustomPrompt="1"/>
          </p:nvPr>
        </p:nvSpPr>
        <p:spPr>
          <a:xfrm>
            <a:off x="651465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27" name="Google Shape;3127;p173"/>
          <p:cNvSpPr txBox="1">
            <a:spLocks noGrp="1"/>
          </p:cNvSpPr>
          <p:nvPr>
            <p:ph type="subTitle" idx="5"/>
          </p:nvPr>
        </p:nvSpPr>
        <p:spPr>
          <a:xfrm>
            <a:off x="631270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128" name="Google Shape;3128;p173"/>
          <p:cNvGrpSpPr/>
          <p:nvPr/>
        </p:nvGrpSpPr>
        <p:grpSpPr>
          <a:xfrm rot="10800000"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3129" name="Google Shape;3129;p173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3130" name="Google Shape;3130;p173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173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173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173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173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173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173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173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173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173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173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173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173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173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44" name="Google Shape;3144;p173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5" name="Google Shape;3145;p173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1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p174"/>
          <p:cNvSpPr txBox="1">
            <a:spLocks noGrp="1"/>
          </p:cNvSpPr>
          <p:nvPr>
            <p:ph type="title" hasCustomPrompt="1"/>
          </p:nvPr>
        </p:nvSpPr>
        <p:spPr>
          <a:xfrm>
            <a:off x="3101163" y="1409791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48" name="Google Shape;3148;p174"/>
          <p:cNvSpPr txBox="1">
            <a:spLocks noGrp="1"/>
          </p:cNvSpPr>
          <p:nvPr>
            <p:ph type="subTitle" idx="1"/>
          </p:nvPr>
        </p:nvSpPr>
        <p:spPr>
          <a:xfrm>
            <a:off x="3101163" y="1930587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9" name="Google Shape;3149;p174"/>
          <p:cNvSpPr txBox="1">
            <a:spLocks noGrp="1"/>
          </p:cNvSpPr>
          <p:nvPr>
            <p:ph type="title" idx="2" hasCustomPrompt="1"/>
          </p:nvPr>
        </p:nvSpPr>
        <p:spPr>
          <a:xfrm>
            <a:off x="6312688" y="1409791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50" name="Google Shape;3150;p174"/>
          <p:cNvSpPr txBox="1">
            <a:spLocks noGrp="1"/>
          </p:cNvSpPr>
          <p:nvPr>
            <p:ph type="subTitle" idx="3"/>
          </p:nvPr>
        </p:nvSpPr>
        <p:spPr>
          <a:xfrm>
            <a:off x="6312688" y="1930579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1" name="Google Shape;3151;p174"/>
          <p:cNvSpPr txBox="1">
            <a:spLocks noGrp="1"/>
          </p:cNvSpPr>
          <p:nvPr>
            <p:ph type="title" idx="4" hasCustomPrompt="1"/>
          </p:nvPr>
        </p:nvSpPr>
        <p:spPr>
          <a:xfrm>
            <a:off x="3101163" y="3171014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52" name="Google Shape;3152;p174"/>
          <p:cNvSpPr txBox="1">
            <a:spLocks noGrp="1"/>
          </p:cNvSpPr>
          <p:nvPr>
            <p:ph type="subTitle" idx="5"/>
          </p:nvPr>
        </p:nvSpPr>
        <p:spPr>
          <a:xfrm>
            <a:off x="3101163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3" name="Google Shape;3153;p174"/>
          <p:cNvSpPr txBox="1">
            <a:spLocks noGrp="1"/>
          </p:cNvSpPr>
          <p:nvPr>
            <p:ph type="title" idx="6" hasCustomPrompt="1"/>
          </p:nvPr>
        </p:nvSpPr>
        <p:spPr>
          <a:xfrm>
            <a:off x="6312688" y="3171015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154" name="Google Shape;3154;p174"/>
          <p:cNvSpPr txBox="1">
            <a:spLocks noGrp="1"/>
          </p:cNvSpPr>
          <p:nvPr>
            <p:ph type="subTitle" idx="7"/>
          </p:nvPr>
        </p:nvSpPr>
        <p:spPr>
          <a:xfrm>
            <a:off x="6312688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5" name="Google Shape;3155;p174"/>
          <p:cNvSpPr txBox="1">
            <a:spLocks noGrp="1"/>
          </p:cNvSpPr>
          <p:nvPr>
            <p:ph type="title" idx="8"/>
          </p:nvPr>
        </p:nvSpPr>
        <p:spPr>
          <a:xfrm>
            <a:off x="1993125" y="445025"/>
            <a:ext cx="643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156" name="Google Shape;3156;p174"/>
          <p:cNvGrpSpPr/>
          <p:nvPr/>
        </p:nvGrpSpPr>
        <p:grpSpPr>
          <a:xfrm rot="10800000" flipH="1"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3157" name="Google Shape;3157;p174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174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174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174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174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174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174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174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174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174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67" name="Google Shape;3167;p174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Google Shape;3169;p175"/>
          <p:cNvSpPr txBox="1">
            <a:spLocks noGrp="1"/>
          </p:cNvSpPr>
          <p:nvPr>
            <p:ph type="ctrTitle"/>
          </p:nvPr>
        </p:nvSpPr>
        <p:spPr>
          <a:xfrm>
            <a:off x="3451975" y="998763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70" name="Google Shape;3170;p175"/>
          <p:cNvSpPr txBox="1">
            <a:spLocks noGrp="1"/>
          </p:cNvSpPr>
          <p:nvPr>
            <p:ph type="subTitle" idx="1"/>
          </p:nvPr>
        </p:nvSpPr>
        <p:spPr>
          <a:xfrm>
            <a:off x="3447100" y="1890621"/>
            <a:ext cx="4293900" cy="12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171" name="Google Shape;3171;p175"/>
          <p:cNvSpPr txBox="1"/>
          <p:nvPr/>
        </p:nvSpPr>
        <p:spPr>
          <a:xfrm>
            <a:off x="3451975" y="3689688"/>
            <a:ext cx="44382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and it includes icons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infographics &amp; images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3172" name="Google Shape;3172;p175"/>
          <p:cNvGrpSpPr/>
          <p:nvPr/>
        </p:nvGrpSpPr>
        <p:grpSpPr>
          <a:xfrm rot="10800000">
            <a:off x="-36910" y="-164"/>
            <a:ext cx="3086466" cy="5143851"/>
            <a:chOff x="-1" y="-164"/>
            <a:chExt cx="3086466" cy="5143851"/>
          </a:xfrm>
        </p:grpSpPr>
        <p:sp>
          <p:nvSpPr>
            <p:cNvPr id="3173" name="Google Shape;3173;p175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175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175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175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175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175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175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175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175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175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175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175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175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175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175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175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175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175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175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175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3" name="Google Shape;3193;p175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5" name="Google Shape;3195;p176"/>
          <p:cNvGrpSpPr/>
          <p:nvPr/>
        </p:nvGrpSpPr>
        <p:grpSpPr>
          <a:xfrm rot="10800000">
            <a:off x="-18207" y="-175"/>
            <a:ext cx="1145713" cy="5143862"/>
            <a:chOff x="1940752" y="-164"/>
            <a:chExt cx="1145713" cy="5143862"/>
          </a:xfrm>
        </p:grpSpPr>
        <p:sp>
          <p:nvSpPr>
            <p:cNvPr id="3196" name="Google Shape;3196;p176"/>
            <p:cNvSpPr/>
            <p:nvPr/>
          </p:nvSpPr>
          <p:spPr>
            <a:xfrm rot="-5400000">
              <a:off x="-59296" y="2005177"/>
              <a:ext cx="5143851" cy="1133189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176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176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176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176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176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176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176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176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5" name="Google Shape;3205;p176"/>
          <p:cNvGrpSpPr/>
          <p:nvPr/>
        </p:nvGrpSpPr>
        <p:grpSpPr>
          <a:xfrm rot="-5400000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3206" name="Google Shape;3206;p176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07" name="Google Shape;3207;p176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3208" name="Google Shape;3208;p176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209;p176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0" name="Google Shape;3210;p176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1" name="Google Shape;3211;p176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3" name="Google Shape;3213;p177"/>
          <p:cNvGrpSpPr/>
          <p:nvPr/>
        </p:nvGrpSpPr>
        <p:grpSpPr>
          <a:xfrm flipH="1">
            <a:off x="-18663" y="4014980"/>
            <a:ext cx="9181330" cy="1149629"/>
            <a:chOff x="-17463" y="-1061"/>
            <a:chExt cx="9181330" cy="1149629"/>
          </a:xfrm>
        </p:grpSpPr>
        <p:grpSp>
          <p:nvGrpSpPr>
            <p:cNvPr id="3214" name="Google Shape;3214;p177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3215" name="Google Shape;3215;p177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216;p177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3217;p177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3218;p177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219;p177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220;p177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1" name="Google Shape;3221;p177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2" name="Google Shape;3222;p177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3" name="Google Shape;3223;p177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4" name="Google Shape;3224;p177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5" name="Google Shape;3225;p177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6" name="Google Shape;3226;p177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7" name="Google Shape;3227;p177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8" name="Google Shape;3228;p177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29" name="Google Shape;3229;p177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p179"/>
          <p:cNvSpPr txBox="1">
            <a:spLocks noGrp="1"/>
          </p:cNvSpPr>
          <p:nvPr>
            <p:ph type="ctrTitle"/>
          </p:nvPr>
        </p:nvSpPr>
        <p:spPr>
          <a:xfrm>
            <a:off x="3447100" y="1391250"/>
            <a:ext cx="44331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235" name="Google Shape;3235;p179"/>
          <p:cNvSpPr txBox="1">
            <a:spLocks noGrp="1"/>
          </p:cNvSpPr>
          <p:nvPr>
            <p:ph type="subTitle" idx="1"/>
          </p:nvPr>
        </p:nvSpPr>
        <p:spPr>
          <a:xfrm>
            <a:off x="3447100" y="3647550"/>
            <a:ext cx="4433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236" name="Google Shape;3236;p179"/>
          <p:cNvSpPr txBox="1">
            <a:spLocks noGrp="1"/>
          </p:cNvSpPr>
          <p:nvPr>
            <p:ph type="sldNum" idx="12"/>
          </p:nvPr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37" name="Google Shape;3237;p179"/>
          <p:cNvGrpSpPr/>
          <p:nvPr/>
        </p:nvGrpSpPr>
        <p:grpSpPr>
          <a:xfrm>
            <a:off x="-1" y="-164"/>
            <a:ext cx="3115359" cy="5143851"/>
            <a:chOff x="-1" y="-164"/>
            <a:chExt cx="3115359" cy="5143851"/>
          </a:xfrm>
        </p:grpSpPr>
        <p:sp>
          <p:nvSpPr>
            <p:cNvPr id="3238" name="Google Shape;3238;p179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179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179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179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179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179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179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179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179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179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179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179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179"/>
            <p:cNvSpPr/>
            <p:nvPr/>
          </p:nvSpPr>
          <p:spPr>
            <a:xfrm rot="-5400000">
              <a:off x="1944090" y="1481907"/>
              <a:ext cx="1175328" cy="1167209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179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179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179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179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179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179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179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9" name="Google Shape;3259;p180"/>
          <p:cNvSpPr txBox="1">
            <a:spLocks noGrp="1"/>
          </p:cNvSpPr>
          <p:nvPr>
            <p:ph type="title"/>
          </p:nvPr>
        </p:nvSpPr>
        <p:spPr>
          <a:xfrm>
            <a:off x="2074225" y="2922963"/>
            <a:ext cx="4995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60" name="Google Shape;3260;p180"/>
          <p:cNvSpPr txBox="1">
            <a:spLocks noGrp="1"/>
          </p:cNvSpPr>
          <p:nvPr>
            <p:ph type="title" idx="2" hasCustomPrompt="1"/>
          </p:nvPr>
        </p:nvSpPr>
        <p:spPr>
          <a:xfrm>
            <a:off x="2074150" y="1389063"/>
            <a:ext cx="1640700" cy="13626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61" name="Google Shape;3261;p180"/>
          <p:cNvSpPr txBox="1">
            <a:spLocks noGrp="1"/>
          </p:cNvSpPr>
          <p:nvPr>
            <p:ph type="subTitle" idx="1"/>
          </p:nvPr>
        </p:nvSpPr>
        <p:spPr>
          <a:xfrm>
            <a:off x="2074225" y="3582888"/>
            <a:ext cx="4995600" cy="5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2" name="Google Shape;3262;p180"/>
          <p:cNvSpPr txBox="1">
            <a:spLocks noGrp="1"/>
          </p:cNvSpPr>
          <p:nvPr>
            <p:ph type="sldNum" idx="12"/>
          </p:nvPr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63" name="Google Shape;3263;p180"/>
          <p:cNvGrpSpPr/>
          <p:nvPr/>
        </p:nvGrpSpPr>
        <p:grpSpPr>
          <a:xfrm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3264" name="Google Shape;3264;p180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180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180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180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180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180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180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180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180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180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74" name="Google Shape;3274;p180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3275" name="Google Shape;3275;p180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76" name="Google Shape;3276;p180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3277" name="Google Shape;3277;p180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8" name="Google Shape;3278;p180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9" name="Google Shape;3279;p180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0" name="Google Shape;3280;p180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2" name="Google Shape;3282;p18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21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283" name="Google Shape;3283;p181"/>
          <p:cNvSpPr txBox="1">
            <a:spLocks noGrp="1"/>
          </p:cNvSpPr>
          <p:nvPr>
            <p:ph type="body" idx="1"/>
          </p:nvPr>
        </p:nvSpPr>
        <p:spPr>
          <a:xfrm>
            <a:off x="720000" y="1117025"/>
            <a:ext cx="72138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5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3284" name="Google Shape;3284;p181"/>
          <p:cNvGrpSpPr/>
          <p:nvPr/>
        </p:nvGrpSpPr>
        <p:grpSpPr>
          <a:xfrm rot="-5400000" flipH="1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3285" name="Google Shape;3285;p181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86" name="Google Shape;3286;p181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3287" name="Google Shape;3287;p181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181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181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181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91" name="Google Shape;3291;p181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3" name="Google Shape;3293;p182"/>
          <p:cNvSpPr txBox="1">
            <a:spLocks noGrp="1"/>
          </p:cNvSpPr>
          <p:nvPr>
            <p:ph type="subTitle" idx="1"/>
          </p:nvPr>
        </p:nvSpPr>
        <p:spPr>
          <a:xfrm>
            <a:off x="19606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94" name="Google Shape;3294;p182"/>
          <p:cNvSpPr txBox="1">
            <a:spLocks noGrp="1"/>
          </p:cNvSpPr>
          <p:nvPr>
            <p:ph type="subTitle" idx="2"/>
          </p:nvPr>
        </p:nvSpPr>
        <p:spPr>
          <a:xfrm>
            <a:off x="52878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95" name="Google Shape;3295;p182"/>
          <p:cNvSpPr txBox="1">
            <a:spLocks noGrp="1"/>
          </p:cNvSpPr>
          <p:nvPr>
            <p:ph type="subTitle" idx="3"/>
          </p:nvPr>
        </p:nvSpPr>
        <p:spPr>
          <a:xfrm>
            <a:off x="19606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6" name="Google Shape;3296;p182"/>
          <p:cNvSpPr txBox="1">
            <a:spLocks noGrp="1"/>
          </p:cNvSpPr>
          <p:nvPr>
            <p:ph type="subTitle" idx="4"/>
          </p:nvPr>
        </p:nvSpPr>
        <p:spPr>
          <a:xfrm>
            <a:off x="52878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7" name="Google Shape;3297;p18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298" name="Google Shape;3298;p182"/>
          <p:cNvGrpSpPr/>
          <p:nvPr/>
        </p:nvGrpSpPr>
        <p:grpSpPr>
          <a:xfrm rot="10800000" flipH="1">
            <a:off x="-5" y="-23"/>
            <a:ext cx="1539456" cy="5143534"/>
            <a:chOff x="7633570" y="-10"/>
            <a:chExt cx="1539456" cy="5143534"/>
          </a:xfrm>
        </p:grpSpPr>
        <p:sp>
          <p:nvSpPr>
            <p:cNvPr id="3299" name="Google Shape;3299;p182"/>
            <p:cNvSpPr/>
            <p:nvPr/>
          </p:nvSpPr>
          <p:spPr>
            <a:xfrm rot="5400000">
              <a:off x="7553559" y="94230"/>
              <a:ext cx="1713696" cy="152523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182"/>
            <p:cNvSpPr/>
            <p:nvPr/>
          </p:nvSpPr>
          <p:spPr>
            <a:xfrm rot="5400000">
              <a:off x="7545807" y="87753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182"/>
            <p:cNvSpPr/>
            <p:nvPr/>
          </p:nvSpPr>
          <p:spPr>
            <a:xfrm rot="5400000">
              <a:off x="7546450" y="1802029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182"/>
            <p:cNvSpPr/>
            <p:nvPr/>
          </p:nvSpPr>
          <p:spPr>
            <a:xfrm rot="5400000">
              <a:off x="7722635" y="1889788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182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182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182"/>
            <p:cNvSpPr/>
            <p:nvPr/>
          </p:nvSpPr>
          <p:spPr>
            <a:xfrm rot="5400000">
              <a:off x="7974874" y="2230436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182"/>
            <p:cNvSpPr/>
            <p:nvPr/>
          </p:nvSpPr>
          <p:spPr>
            <a:xfrm rot="5400000">
              <a:off x="7633586" y="990721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182"/>
            <p:cNvSpPr/>
            <p:nvPr/>
          </p:nvSpPr>
          <p:spPr>
            <a:xfrm rot="5400000">
              <a:off x="8013247" y="3935614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182"/>
            <p:cNvSpPr/>
            <p:nvPr/>
          </p:nvSpPr>
          <p:spPr>
            <a:xfrm rot="5400000">
              <a:off x="7974859" y="1373619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9" name="Google Shape;3309;p182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1" name="Google Shape;3311;p183"/>
          <p:cNvSpPr txBox="1">
            <a:spLocks noGrp="1"/>
          </p:cNvSpPr>
          <p:nvPr>
            <p:ph type="title"/>
          </p:nvPr>
        </p:nvSpPr>
        <p:spPr>
          <a:xfrm>
            <a:off x="1924050" y="445025"/>
            <a:ext cx="6500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312" name="Google Shape;3312;p183"/>
          <p:cNvGrpSpPr/>
          <p:nvPr/>
        </p:nvGrpSpPr>
        <p:grpSpPr>
          <a:xfrm>
            <a:off x="-9763" y="-17232"/>
            <a:ext cx="1542338" cy="5160073"/>
            <a:chOff x="7610237" y="2627"/>
            <a:chExt cx="1542338" cy="5160073"/>
          </a:xfrm>
        </p:grpSpPr>
        <p:sp>
          <p:nvSpPr>
            <p:cNvPr id="3313" name="Google Shape;3313;p183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183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183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183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183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183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183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183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183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183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183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183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183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183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183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183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183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0" name="Google Shape;3330;p183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2" name="Google Shape;3332;p184"/>
          <p:cNvSpPr txBox="1">
            <a:spLocks noGrp="1"/>
          </p:cNvSpPr>
          <p:nvPr>
            <p:ph type="title"/>
          </p:nvPr>
        </p:nvSpPr>
        <p:spPr>
          <a:xfrm>
            <a:off x="3680150" y="1435075"/>
            <a:ext cx="4389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333" name="Google Shape;3333;p184"/>
          <p:cNvSpPr txBox="1">
            <a:spLocks noGrp="1"/>
          </p:cNvSpPr>
          <p:nvPr>
            <p:ph type="body" idx="1"/>
          </p:nvPr>
        </p:nvSpPr>
        <p:spPr>
          <a:xfrm>
            <a:off x="3680150" y="2007775"/>
            <a:ext cx="4389300" cy="231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3334" name="Google Shape;3334;p184"/>
          <p:cNvGrpSpPr/>
          <p:nvPr/>
        </p:nvGrpSpPr>
        <p:grpSpPr>
          <a:xfrm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3335" name="Google Shape;3335;p184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3336" name="Google Shape;3336;p184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184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184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184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184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184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184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184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4" name="Google Shape;3344;p184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5" name="Google Shape;3345;p184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184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184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184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184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50" name="Google Shape;3350;p184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51" name="Google Shape;3351;p184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3" name="Google Shape;3353;p185"/>
          <p:cNvSpPr txBox="1">
            <a:spLocks noGrp="1"/>
          </p:cNvSpPr>
          <p:nvPr>
            <p:ph type="title"/>
          </p:nvPr>
        </p:nvSpPr>
        <p:spPr>
          <a:xfrm>
            <a:off x="2638975" y="1342825"/>
            <a:ext cx="5202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354" name="Google Shape;3354;p185"/>
          <p:cNvGrpSpPr/>
          <p:nvPr/>
        </p:nvGrpSpPr>
        <p:grpSpPr>
          <a:xfrm>
            <a:off x="-1" y="-176"/>
            <a:ext cx="2068997" cy="5143863"/>
            <a:chOff x="-1" y="-176"/>
            <a:chExt cx="2068997" cy="5143863"/>
          </a:xfrm>
        </p:grpSpPr>
        <p:sp>
          <p:nvSpPr>
            <p:cNvPr id="3355" name="Google Shape;3355;p185"/>
            <p:cNvSpPr/>
            <p:nvPr/>
          </p:nvSpPr>
          <p:spPr>
            <a:xfrm rot="-5400000">
              <a:off x="-1629798" y="1629621"/>
              <a:ext cx="5143851" cy="1884256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185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185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185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185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185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185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185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185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185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185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185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67" name="Google Shape;3367;p185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9" name="Google Shape;3369;p186"/>
          <p:cNvSpPr txBox="1">
            <a:spLocks noGrp="1"/>
          </p:cNvSpPr>
          <p:nvPr>
            <p:ph type="title"/>
          </p:nvPr>
        </p:nvSpPr>
        <p:spPr>
          <a:xfrm>
            <a:off x="1849175" y="1179150"/>
            <a:ext cx="35355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70" name="Google Shape;3370;p186"/>
          <p:cNvSpPr txBox="1">
            <a:spLocks noGrp="1"/>
          </p:cNvSpPr>
          <p:nvPr>
            <p:ph type="subTitle" idx="1"/>
          </p:nvPr>
        </p:nvSpPr>
        <p:spPr>
          <a:xfrm>
            <a:off x="1849175" y="2860950"/>
            <a:ext cx="3535500" cy="11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371" name="Google Shape;3371;p186"/>
          <p:cNvGrpSpPr/>
          <p:nvPr/>
        </p:nvGrpSpPr>
        <p:grpSpPr>
          <a:xfrm rot="10800000" flipH="1">
            <a:off x="-6888" y="-17232"/>
            <a:ext cx="1542338" cy="5160073"/>
            <a:chOff x="7610237" y="2627"/>
            <a:chExt cx="1542338" cy="5160073"/>
          </a:xfrm>
        </p:grpSpPr>
        <p:sp>
          <p:nvSpPr>
            <p:cNvPr id="3372" name="Google Shape;3372;p186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186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186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186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186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186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186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186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186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186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186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186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186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186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186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186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186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89" name="Google Shape;3389;p186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1" name="Google Shape;3391;p187"/>
          <p:cNvSpPr txBox="1">
            <a:spLocks noGrp="1"/>
          </p:cNvSpPr>
          <p:nvPr>
            <p:ph type="title"/>
          </p:nvPr>
        </p:nvSpPr>
        <p:spPr>
          <a:xfrm>
            <a:off x="715100" y="1378725"/>
            <a:ext cx="3803400" cy="9483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392" name="Google Shape;3392;p187"/>
          <p:cNvGrpSpPr/>
          <p:nvPr/>
        </p:nvGrpSpPr>
        <p:grpSpPr>
          <a:xfrm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3393" name="Google Shape;3393;p187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3394" name="Google Shape;3394;p187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187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187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187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187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187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187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187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187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187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187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187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187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187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08" name="Google Shape;3408;p187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188"/>
          <p:cNvSpPr txBox="1">
            <a:spLocks noGrp="1"/>
          </p:cNvSpPr>
          <p:nvPr>
            <p:ph type="title" hasCustomPrompt="1"/>
          </p:nvPr>
        </p:nvSpPr>
        <p:spPr>
          <a:xfrm>
            <a:off x="2081125" y="1466663"/>
            <a:ext cx="2741400" cy="16770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411" name="Google Shape;3411;p188"/>
          <p:cNvSpPr txBox="1">
            <a:spLocks noGrp="1"/>
          </p:cNvSpPr>
          <p:nvPr>
            <p:ph type="subTitle" idx="1"/>
          </p:nvPr>
        </p:nvSpPr>
        <p:spPr>
          <a:xfrm>
            <a:off x="2081125" y="3224950"/>
            <a:ext cx="4322100" cy="4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3412" name="Google Shape;3412;p188"/>
          <p:cNvGrpSpPr/>
          <p:nvPr/>
        </p:nvGrpSpPr>
        <p:grpSpPr>
          <a:xfrm flipH="1">
            <a:off x="-4160" y="-48"/>
            <a:ext cx="1549894" cy="5143534"/>
            <a:chOff x="-14598" y="-48"/>
            <a:chExt cx="1549894" cy="5143534"/>
          </a:xfrm>
        </p:grpSpPr>
        <p:sp>
          <p:nvSpPr>
            <p:cNvPr id="3413" name="Google Shape;3413;p188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188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188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188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188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188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188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188"/>
            <p:cNvSpPr/>
            <p:nvPr/>
          </p:nvSpPr>
          <p:spPr>
            <a:xfrm rot="5400000">
              <a:off x="-14598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188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188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3" name="Google Shape;3423;p188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3424" name="Google Shape;3424;p188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25" name="Google Shape;3425;p188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3426" name="Google Shape;3426;p188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7" name="Google Shape;3427;p188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8" name="Google Shape;3428;p188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9" name="Google Shape;3429;p188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30" name="Google Shape;3430;p188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34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p190"/>
          <p:cNvSpPr txBox="1">
            <a:spLocks noGrp="1"/>
          </p:cNvSpPr>
          <p:nvPr>
            <p:ph type="title" hasCustomPrompt="1"/>
          </p:nvPr>
        </p:nvSpPr>
        <p:spPr>
          <a:xfrm>
            <a:off x="715100" y="13736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34" name="Google Shape;3434;p190"/>
          <p:cNvSpPr txBox="1">
            <a:spLocks noGrp="1"/>
          </p:cNvSpPr>
          <p:nvPr>
            <p:ph type="subTitle" idx="1"/>
          </p:nvPr>
        </p:nvSpPr>
        <p:spPr>
          <a:xfrm>
            <a:off x="16495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5" name="Google Shape;3435;p190"/>
          <p:cNvSpPr txBox="1">
            <a:spLocks noGrp="1"/>
          </p:cNvSpPr>
          <p:nvPr>
            <p:ph type="title" idx="2" hasCustomPrompt="1"/>
          </p:nvPr>
        </p:nvSpPr>
        <p:spPr>
          <a:xfrm>
            <a:off x="4064600" y="1373650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36" name="Google Shape;3436;p190"/>
          <p:cNvSpPr txBox="1">
            <a:spLocks noGrp="1"/>
          </p:cNvSpPr>
          <p:nvPr>
            <p:ph type="subTitle" idx="3"/>
          </p:nvPr>
        </p:nvSpPr>
        <p:spPr>
          <a:xfrm>
            <a:off x="49990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7" name="Google Shape;3437;p190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38" name="Google Shape;3438;p190"/>
          <p:cNvSpPr txBox="1">
            <a:spLocks noGrp="1"/>
          </p:cNvSpPr>
          <p:nvPr>
            <p:ph type="subTitle" idx="5"/>
          </p:nvPr>
        </p:nvSpPr>
        <p:spPr>
          <a:xfrm>
            <a:off x="16495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9" name="Google Shape;3439;p190"/>
          <p:cNvSpPr txBox="1">
            <a:spLocks noGrp="1"/>
          </p:cNvSpPr>
          <p:nvPr>
            <p:ph type="title" idx="6" hasCustomPrompt="1"/>
          </p:nvPr>
        </p:nvSpPr>
        <p:spPr>
          <a:xfrm>
            <a:off x="40646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40" name="Google Shape;3440;p190"/>
          <p:cNvSpPr txBox="1">
            <a:spLocks noGrp="1"/>
          </p:cNvSpPr>
          <p:nvPr>
            <p:ph type="subTitle" idx="7"/>
          </p:nvPr>
        </p:nvSpPr>
        <p:spPr>
          <a:xfrm>
            <a:off x="49990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1" name="Google Shape;3441;p190"/>
          <p:cNvSpPr txBox="1">
            <a:spLocks noGrp="1"/>
          </p:cNvSpPr>
          <p:nvPr>
            <p:ph type="sldNum" idx="12"/>
          </p:nvPr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2" name="Google Shape;3442;p190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443" name="Google Shape;3443;p190"/>
          <p:cNvSpPr txBox="1">
            <a:spLocks noGrp="1"/>
          </p:cNvSpPr>
          <p:nvPr>
            <p:ph type="subTitle" idx="9"/>
          </p:nvPr>
        </p:nvSpPr>
        <p:spPr>
          <a:xfrm>
            <a:off x="16446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44" name="Google Shape;3444;p190"/>
          <p:cNvSpPr txBox="1">
            <a:spLocks noGrp="1"/>
          </p:cNvSpPr>
          <p:nvPr>
            <p:ph type="subTitle" idx="13"/>
          </p:nvPr>
        </p:nvSpPr>
        <p:spPr>
          <a:xfrm>
            <a:off x="49990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45" name="Google Shape;3445;p190"/>
          <p:cNvSpPr txBox="1">
            <a:spLocks noGrp="1"/>
          </p:cNvSpPr>
          <p:nvPr>
            <p:ph type="subTitle" idx="14"/>
          </p:nvPr>
        </p:nvSpPr>
        <p:spPr>
          <a:xfrm>
            <a:off x="16446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446" name="Google Shape;3446;p190"/>
          <p:cNvSpPr txBox="1">
            <a:spLocks noGrp="1"/>
          </p:cNvSpPr>
          <p:nvPr>
            <p:ph type="subTitle" idx="15"/>
          </p:nvPr>
        </p:nvSpPr>
        <p:spPr>
          <a:xfrm>
            <a:off x="49990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447" name="Google Shape;3447;p190"/>
          <p:cNvGrpSpPr/>
          <p:nvPr/>
        </p:nvGrpSpPr>
        <p:grpSpPr>
          <a:xfrm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3448" name="Google Shape;3448;p190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190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190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190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190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190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190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190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190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190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190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190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19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190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190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19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190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3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6" name="Google Shape;3466;p19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6504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467" name="Google Shape;3467;p191"/>
          <p:cNvGrpSpPr/>
          <p:nvPr/>
        </p:nvGrpSpPr>
        <p:grpSpPr>
          <a:xfrm>
            <a:off x="7594627" y="-48"/>
            <a:ext cx="1559299" cy="5143534"/>
            <a:chOff x="-14073" y="-48"/>
            <a:chExt cx="1559299" cy="5143534"/>
          </a:xfrm>
        </p:grpSpPr>
        <p:sp>
          <p:nvSpPr>
            <p:cNvPr id="3468" name="Google Shape;3468;p191"/>
            <p:cNvSpPr/>
            <p:nvPr/>
          </p:nvSpPr>
          <p:spPr>
            <a:xfrm rot="5400000">
              <a:off x="-8135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191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191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191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191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191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191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91"/>
            <p:cNvSpPr/>
            <p:nvPr/>
          </p:nvSpPr>
          <p:spPr>
            <a:xfrm rot="5400000">
              <a:off x="-1407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91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91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8" name="Google Shape;3478;p191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3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0" name="Google Shape;3480;p19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481" name="Google Shape;3481;p192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3482" name="Google Shape;3482;p192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83" name="Google Shape;3483;p192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3484" name="Google Shape;3484;p192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485;p192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486;p192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487;p192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88" name="Google Shape;3488;p192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">
    <p:spTree>
      <p:nvGrpSpPr>
        <p:cNvPr id="1" name="Shape 3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0" name="Google Shape;3490;p19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491" name="Google Shape;3491;p193"/>
          <p:cNvGrpSpPr/>
          <p:nvPr/>
        </p:nvGrpSpPr>
        <p:grpSpPr>
          <a:xfrm>
            <a:off x="7670071" y="0"/>
            <a:ext cx="1473929" cy="5143556"/>
            <a:chOff x="7670071" y="0"/>
            <a:chExt cx="1473929" cy="5143556"/>
          </a:xfrm>
        </p:grpSpPr>
        <p:sp>
          <p:nvSpPr>
            <p:cNvPr id="3492" name="Google Shape;3492;p193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5"/>
                  </a:lnTo>
                  <a:lnTo>
                    <a:pt x="58405" y="524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193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58405" y="52445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193"/>
            <p:cNvSpPr/>
            <p:nvPr/>
          </p:nvSpPr>
          <p:spPr>
            <a:xfrm flipH="1">
              <a:off x="7971900" y="216850"/>
              <a:ext cx="877425" cy="877425"/>
            </a:xfrm>
            <a:custGeom>
              <a:avLst/>
              <a:gdLst/>
              <a:ahLst/>
              <a:cxnLst/>
              <a:rect l="l" t="t" r="r" b="b"/>
              <a:pathLst>
                <a:path w="35097" h="35097" extrusionOk="0">
                  <a:moveTo>
                    <a:pt x="31227" y="10543"/>
                  </a:moveTo>
                  <a:cubicBezTo>
                    <a:pt x="35097" y="18105"/>
                    <a:pt x="32117" y="27357"/>
                    <a:pt x="24555" y="31227"/>
                  </a:cubicBezTo>
                  <a:cubicBezTo>
                    <a:pt x="16993" y="35097"/>
                    <a:pt x="7741" y="32116"/>
                    <a:pt x="3871" y="24555"/>
                  </a:cubicBezTo>
                  <a:cubicBezTo>
                    <a:pt x="1" y="16993"/>
                    <a:pt x="2981" y="7741"/>
                    <a:pt x="10543" y="3871"/>
                  </a:cubicBezTo>
                  <a:cubicBezTo>
                    <a:pt x="18105" y="1"/>
                    <a:pt x="27357" y="2981"/>
                    <a:pt x="31227" y="105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193"/>
            <p:cNvSpPr/>
            <p:nvPr/>
          </p:nvSpPr>
          <p:spPr>
            <a:xfrm flipH="1">
              <a:off x="7902950" y="271350"/>
              <a:ext cx="794025" cy="640550"/>
            </a:xfrm>
            <a:custGeom>
              <a:avLst/>
              <a:gdLst/>
              <a:ahLst/>
              <a:cxnLst/>
              <a:rect l="l" t="t" r="r" b="b"/>
              <a:pathLst>
                <a:path w="31761" h="25622" extrusionOk="0">
                  <a:moveTo>
                    <a:pt x="11433" y="0"/>
                  </a:moveTo>
                  <a:cubicBezTo>
                    <a:pt x="7073" y="0"/>
                    <a:pt x="2937" y="1824"/>
                    <a:pt x="1" y="5116"/>
                  </a:cubicBezTo>
                  <a:lnTo>
                    <a:pt x="22909" y="25622"/>
                  </a:lnTo>
                  <a:cubicBezTo>
                    <a:pt x="31761" y="15747"/>
                    <a:pt x="24733" y="0"/>
                    <a:pt x="11433" y="0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193"/>
            <p:cNvSpPr/>
            <p:nvPr/>
          </p:nvSpPr>
          <p:spPr>
            <a:xfrm flipH="1">
              <a:off x="7760249" y="1311100"/>
              <a:ext cx="1380426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58405" y="52444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193"/>
            <p:cNvSpPr/>
            <p:nvPr/>
          </p:nvSpPr>
          <p:spPr>
            <a:xfrm flipH="1">
              <a:off x="8411150" y="1311100"/>
              <a:ext cx="729525" cy="1311125"/>
            </a:xfrm>
            <a:custGeom>
              <a:avLst/>
              <a:gdLst/>
              <a:ahLst/>
              <a:cxnLst/>
              <a:rect l="l" t="t" r="r" b="b"/>
              <a:pathLst>
                <a:path w="29181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29181" y="524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193"/>
            <p:cNvSpPr/>
            <p:nvPr/>
          </p:nvSpPr>
          <p:spPr>
            <a:xfrm flipH="1">
              <a:off x="7680525" y="1311100"/>
              <a:ext cx="730650" cy="1311125"/>
            </a:xfrm>
            <a:custGeom>
              <a:avLst/>
              <a:gdLst/>
              <a:ahLst/>
              <a:cxnLst/>
              <a:rect l="l" t="t" r="r" b="b"/>
              <a:pathLst>
                <a:path w="29226" h="52445" extrusionOk="0">
                  <a:moveTo>
                    <a:pt x="1" y="52444"/>
                  </a:moveTo>
                  <a:lnTo>
                    <a:pt x="29225" y="1"/>
                  </a:lnTo>
                  <a:lnTo>
                    <a:pt x="29225" y="5244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193"/>
            <p:cNvSpPr/>
            <p:nvPr/>
          </p:nvSpPr>
          <p:spPr>
            <a:xfrm flipH="1">
              <a:off x="8719175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193"/>
            <p:cNvSpPr/>
            <p:nvPr/>
          </p:nvSpPr>
          <p:spPr>
            <a:xfrm flipH="1">
              <a:off x="7670071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6859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6859" y="1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193"/>
            <p:cNvSpPr/>
            <p:nvPr/>
          </p:nvSpPr>
          <p:spPr>
            <a:xfrm flipH="1">
              <a:off x="7680525" y="1311100"/>
              <a:ext cx="1460150" cy="757325"/>
            </a:xfrm>
            <a:custGeom>
              <a:avLst/>
              <a:gdLst/>
              <a:ahLst/>
              <a:cxnLst/>
              <a:rect l="l" t="t" r="r" b="b"/>
              <a:pathLst>
                <a:path w="58406" h="30293" extrusionOk="0">
                  <a:moveTo>
                    <a:pt x="1" y="1"/>
                  </a:moveTo>
                  <a:lnTo>
                    <a:pt x="16859" y="30292"/>
                  </a:lnTo>
                  <a:lnTo>
                    <a:pt x="41547" y="30292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93"/>
            <p:cNvSpPr/>
            <p:nvPr/>
          </p:nvSpPr>
          <p:spPr>
            <a:xfrm flipH="1">
              <a:off x="7684348" y="2623385"/>
              <a:ext cx="1459104" cy="1316675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93"/>
            <p:cNvSpPr/>
            <p:nvPr/>
          </p:nvSpPr>
          <p:spPr>
            <a:xfrm flipH="1">
              <a:off x="7683801" y="2623385"/>
              <a:ext cx="1460199" cy="1316675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93"/>
            <p:cNvSpPr/>
            <p:nvPr/>
          </p:nvSpPr>
          <p:spPr>
            <a:xfrm flipH="1">
              <a:off x="7673375" y="3320635"/>
              <a:ext cx="616638" cy="619425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05" name="Google Shape;3505;p193"/>
            <p:cNvGrpSpPr/>
            <p:nvPr/>
          </p:nvGrpSpPr>
          <p:grpSpPr>
            <a:xfrm flipH="1">
              <a:off x="7680608" y="3940050"/>
              <a:ext cx="1463392" cy="1203506"/>
              <a:chOff x="573525" y="4012581"/>
              <a:chExt cx="1463392" cy="1203506"/>
            </a:xfrm>
          </p:grpSpPr>
          <p:sp>
            <p:nvSpPr>
              <p:cNvPr id="3506" name="Google Shape;3506;p193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7" name="Google Shape;3507;p193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08" name="Google Shape;3508;p193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2_1_1">
    <p:spTree>
      <p:nvGrpSpPr>
        <p:cNvPr id="1" name="Shape 3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Google Shape;3510;p19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511" name="Google Shape;3511;p194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3512" name="Google Shape;3512;p194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194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194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194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194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194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194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194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194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194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194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194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194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194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194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194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194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29" name="Google Shape;3529;p194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2_1_1_1">
    <p:spTree>
      <p:nvGrpSpPr>
        <p:cNvPr id="1" name="Shape 3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1" name="Google Shape;3531;p195"/>
          <p:cNvSpPr txBox="1">
            <a:spLocks noGrp="1"/>
          </p:cNvSpPr>
          <p:nvPr>
            <p:ph type="title"/>
          </p:nvPr>
        </p:nvSpPr>
        <p:spPr>
          <a:xfrm>
            <a:off x="1530300" y="445025"/>
            <a:ext cx="6893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532" name="Google Shape;3532;p195"/>
          <p:cNvGrpSpPr/>
          <p:nvPr/>
        </p:nvGrpSpPr>
        <p:grpSpPr>
          <a:xfrm rot="-5400000">
            <a:off x="-2053228" y="2043293"/>
            <a:ext cx="5173395" cy="1066931"/>
            <a:chOff x="3970605" y="1540"/>
            <a:chExt cx="5173395" cy="1066931"/>
          </a:xfrm>
        </p:grpSpPr>
        <p:sp>
          <p:nvSpPr>
            <p:cNvPr id="3533" name="Google Shape;3533;p195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34" name="Google Shape;3534;p195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3535" name="Google Shape;3535;p195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6" name="Google Shape;3536;p195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7" name="Google Shape;3537;p195"/>
              <p:cNvSpPr/>
              <p:nvPr/>
            </p:nvSpPr>
            <p:spPr>
              <a:xfrm rot="10800000"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8" name="Google Shape;3538;p195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39" name="Google Shape;3539;p195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2_1_1_1_1">
    <p:spTree>
      <p:nvGrpSpPr>
        <p:cNvPr id="1" name="Shape 3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1" name="Google Shape;3541;p196"/>
          <p:cNvSpPr txBox="1">
            <a:spLocks noGrp="1"/>
          </p:cNvSpPr>
          <p:nvPr>
            <p:ph type="title"/>
          </p:nvPr>
        </p:nvSpPr>
        <p:spPr>
          <a:xfrm>
            <a:off x="1757375" y="445025"/>
            <a:ext cx="6666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542" name="Google Shape;3542;p196"/>
          <p:cNvGrpSpPr/>
          <p:nvPr/>
        </p:nvGrpSpPr>
        <p:grpSpPr>
          <a:xfrm flipH="1">
            <a:off x="-16637" y="0"/>
            <a:ext cx="1463475" cy="5143556"/>
            <a:chOff x="7680525" y="0"/>
            <a:chExt cx="1463475" cy="5143556"/>
          </a:xfrm>
        </p:grpSpPr>
        <p:grpSp>
          <p:nvGrpSpPr>
            <p:cNvPr id="3543" name="Google Shape;3543;p196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3544" name="Google Shape;3544;p196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5" name="Google Shape;3545;p196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6" name="Google Shape;3546;p196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7" name="Google Shape;3547;p196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8" name="Google Shape;3548;p196"/>
              <p:cNvSpPr/>
              <p:nvPr/>
            </p:nvSpPr>
            <p:spPr>
              <a:xfrm>
                <a:off x="4025675" y="1517100"/>
                <a:ext cx="1459128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9" name="Google Shape;3549;p196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0" name="Google Shape;3550;p196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1" name="Google Shape;3551;p196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2" name="Google Shape;3552;p196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3" name="Google Shape;3553;p196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4" name="Google Shape;3554;p196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5" name="Google Shape;3555;p196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6" name="Google Shape;3556;p196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7" name="Google Shape;3557;p196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3558" name="Google Shape;3558;p196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9" name="Google Shape;3559;p196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60" name="Google Shape;3560;p196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2_1_1_1_1_1">
    <p:spTree>
      <p:nvGrpSpPr>
        <p:cNvPr id="1" name="Shape 3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2" name="Google Shape;3562;p197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563" name="Google Shape;3563;p197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5" name="Google Shape;3565;p198"/>
          <p:cNvSpPr txBox="1">
            <a:spLocks noGrp="1"/>
          </p:cNvSpPr>
          <p:nvPr>
            <p:ph type="title"/>
          </p:nvPr>
        </p:nvSpPr>
        <p:spPr>
          <a:xfrm>
            <a:off x="2614075" y="308745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66" name="Google Shape;3566;p198"/>
          <p:cNvSpPr txBox="1">
            <a:spLocks noGrp="1"/>
          </p:cNvSpPr>
          <p:nvPr>
            <p:ph type="subTitle" idx="1"/>
          </p:nvPr>
        </p:nvSpPr>
        <p:spPr>
          <a:xfrm>
            <a:off x="2614075" y="1524150"/>
            <a:ext cx="5790300" cy="15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67" name="Google Shape;3567;p198"/>
          <p:cNvSpPr/>
          <p:nvPr/>
        </p:nvSpPr>
        <p:spPr>
          <a:xfrm rot="-5400000">
            <a:off x="-91280" y="3516910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0" y="0"/>
                </a:moveTo>
                <a:lnTo>
                  <a:pt x="58627" y="0"/>
                </a:lnTo>
                <a:lnTo>
                  <a:pt x="58627" y="52666"/>
                </a:lnTo>
                <a:lnTo>
                  <a:pt x="0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8" name="Google Shape;3568;p198"/>
          <p:cNvSpPr/>
          <p:nvPr/>
        </p:nvSpPr>
        <p:spPr>
          <a:xfrm rot="-5400000">
            <a:off x="-91923" y="3516267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58672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9" name="Google Shape;3569;p198"/>
          <p:cNvSpPr/>
          <p:nvPr/>
        </p:nvSpPr>
        <p:spPr>
          <a:xfrm rot="-5400000">
            <a:off x="-91280" y="1801991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1" y="0"/>
                </a:moveTo>
                <a:lnTo>
                  <a:pt x="1" y="52666"/>
                </a:lnTo>
                <a:lnTo>
                  <a:pt x="58627" y="52666"/>
                </a:lnTo>
                <a:lnTo>
                  <a:pt x="5862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0" name="Google Shape;3570;p198"/>
          <p:cNvSpPr/>
          <p:nvPr/>
        </p:nvSpPr>
        <p:spPr>
          <a:xfrm rot="-5400000">
            <a:off x="83587" y="1889758"/>
            <a:ext cx="1362644" cy="1363930"/>
          </a:xfrm>
          <a:custGeom>
            <a:avLst/>
            <a:gdLst/>
            <a:ahLst/>
            <a:cxnLst/>
            <a:rect l="l" t="t" r="r" b="b"/>
            <a:pathLst>
              <a:path w="46618" h="46662" extrusionOk="0">
                <a:moveTo>
                  <a:pt x="28914" y="3114"/>
                </a:moveTo>
                <a:cubicBezTo>
                  <a:pt x="40079" y="6184"/>
                  <a:pt x="46617" y="17749"/>
                  <a:pt x="43504" y="28958"/>
                </a:cubicBezTo>
                <a:cubicBezTo>
                  <a:pt x="40434" y="40123"/>
                  <a:pt x="28869" y="46662"/>
                  <a:pt x="17704" y="43548"/>
                </a:cubicBezTo>
                <a:cubicBezTo>
                  <a:pt x="6539" y="40479"/>
                  <a:pt x="1" y="28914"/>
                  <a:pt x="3070" y="17749"/>
                </a:cubicBezTo>
                <a:cubicBezTo>
                  <a:pt x="6184" y="6584"/>
                  <a:pt x="17749" y="1"/>
                  <a:pt x="28914" y="3114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1" name="Google Shape;3571;p198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2" name="Google Shape;3572;p198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0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3" name="Google Shape;3573;p198"/>
          <p:cNvSpPr/>
          <p:nvPr/>
        </p:nvSpPr>
        <p:spPr>
          <a:xfrm rot="-5400000">
            <a:off x="332160" y="1368624"/>
            <a:ext cx="856848" cy="1539456"/>
          </a:xfrm>
          <a:custGeom>
            <a:avLst/>
            <a:gdLst/>
            <a:ahLst/>
            <a:cxnLst/>
            <a:rect l="l" t="t" r="r" b="b"/>
            <a:pathLst>
              <a:path w="29314" h="52667" extrusionOk="0">
                <a:moveTo>
                  <a:pt x="29313" y="0"/>
                </a:moveTo>
                <a:lnTo>
                  <a:pt x="0" y="26333"/>
                </a:lnTo>
                <a:lnTo>
                  <a:pt x="29313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4" name="Google Shape;3574;p198"/>
          <p:cNvSpPr/>
          <p:nvPr/>
        </p:nvSpPr>
        <p:spPr>
          <a:xfrm rot="-5400000">
            <a:off x="821503" y="3428524"/>
            <a:ext cx="724232" cy="724232"/>
          </a:xfrm>
          <a:custGeom>
            <a:avLst/>
            <a:gdLst/>
            <a:ahLst/>
            <a:cxnLst/>
            <a:rect l="l" t="t" r="r" b="b"/>
            <a:pathLst>
              <a:path w="24777" h="24777" extrusionOk="0">
                <a:moveTo>
                  <a:pt x="24777" y="0"/>
                </a:moveTo>
                <a:cubicBezTo>
                  <a:pt x="11076" y="0"/>
                  <a:pt x="0" y="11076"/>
                  <a:pt x="0" y="24776"/>
                </a:cubicBezTo>
                <a:lnTo>
                  <a:pt x="24777" y="24776"/>
                </a:lnTo>
                <a:lnTo>
                  <a:pt x="2477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5" name="Google Shape;3575;p198"/>
          <p:cNvSpPr/>
          <p:nvPr/>
        </p:nvSpPr>
        <p:spPr>
          <a:xfrm rot="-5400000">
            <a:off x="374185" y="507044"/>
            <a:ext cx="781435" cy="700818"/>
          </a:xfrm>
          <a:custGeom>
            <a:avLst/>
            <a:gdLst/>
            <a:ahLst/>
            <a:cxnLst/>
            <a:rect l="l" t="t" r="r" b="b"/>
            <a:pathLst>
              <a:path w="26734" h="23976" extrusionOk="0">
                <a:moveTo>
                  <a:pt x="0" y="0"/>
                </a:moveTo>
                <a:lnTo>
                  <a:pt x="26734" y="0"/>
                </a:lnTo>
                <a:lnTo>
                  <a:pt x="26734" y="23976"/>
                </a:lnTo>
                <a:lnTo>
                  <a:pt x="0" y="2397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6" name="Google Shape;3576;p198"/>
          <p:cNvSpPr/>
          <p:nvPr/>
        </p:nvSpPr>
        <p:spPr>
          <a:xfrm rot="-5400000">
            <a:off x="332145" y="2231917"/>
            <a:ext cx="856877" cy="1539456"/>
          </a:xfrm>
          <a:custGeom>
            <a:avLst/>
            <a:gdLst/>
            <a:ahLst/>
            <a:cxnLst/>
            <a:rect l="l" t="t" r="r" b="b"/>
            <a:pathLst>
              <a:path w="29315" h="52667" extrusionOk="0">
                <a:moveTo>
                  <a:pt x="1" y="0"/>
                </a:moveTo>
                <a:lnTo>
                  <a:pt x="1" y="52666"/>
                </a:lnTo>
                <a:lnTo>
                  <a:pt x="29314" y="26333"/>
                </a:lnTo>
                <a:lnTo>
                  <a:pt x="1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7" name="Google Shape;3577;p198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9" name="Google Shape;3579;p199"/>
          <p:cNvSpPr txBox="1">
            <a:spLocks noGrp="1"/>
          </p:cNvSpPr>
          <p:nvPr>
            <p:ph type="subTitle" idx="1"/>
          </p:nvPr>
        </p:nvSpPr>
        <p:spPr>
          <a:xfrm>
            <a:off x="720000" y="2647200"/>
            <a:ext cx="2907600" cy="10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0" name="Google Shape;3580;p199"/>
          <p:cNvSpPr txBox="1">
            <a:spLocks noGrp="1"/>
          </p:cNvSpPr>
          <p:nvPr>
            <p:ph type="title"/>
          </p:nvPr>
        </p:nvSpPr>
        <p:spPr>
          <a:xfrm>
            <a:off x="720000" y="2116888"/>
            <a:ext cx="326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581" name="Google Shape;3581;p199"/>
          <p:cNvGrpSpPr/>
          <p:nvPr/>
        </p:nvGrpSpPr>
        <p:grpSpPr>
          <a:xfrm rot="10800000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3582" name="Google Shape;3582;p199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3583" name="Google Shape;3583;p199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4" name="Google Shape;3584;p199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5" name="Google Shape;3585;p199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6" name="Google Shape;3586;p199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7" name="Google Shape;3587;p199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8" name="Google Shape;3588;p199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9" name="Google Shape;3589;p199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0" name="Google Shape;3590;p199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1" name="Google Shape;3591;p199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2" name="Google Shape;3592;p199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3" name="Google Shape;3593;p199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4" name="Google Shape;3594;p199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5" name="Google Shape;3595;p199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6" name="Google Shape;3596;p199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97" name="Google Shape;3597;p199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98" name="Google Shape;3598;p199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0" name="Google Shape;3600;p200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3601" name="Google Shape;3601;p200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200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200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200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200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200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200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200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200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200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200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200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20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200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200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20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200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18" name="Google Shape;3618;p200"/>
          <p:cNvSpPr txBox="1">
            <a:spLocks noGrp="1"/>
          </p:cNvSpPr>
          <p:nvPr>
            <p:ph type="subTitle" idx="1"/>
          </p:nvPr>
        </p:nvSpPr>
        <p:spPr>
          <a:xfrm>
            <a:off x="720000" y="1182900"/>
            <a:ext cx="6578100" cy="33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19" name="Google Shape;3619;p20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578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620" name="Google Shape;3620;p200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2" name="Google Shape;3622;p201"/>
          <p:cNvSpPr txBox="1">
            <a:spLocks noGrp="1"/>
          </p:cNvSpPr>
          <p:nvPr>
            <p:ph type="subTitle" idx="1"/>
          </p:nvPr>
        </p:nvSpPr>
        <p:spPr>
          <a:xfrm>
            <a:off x="719988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23" name="Google Shape;3623;p201"/>
          <p:cNvSpPr txBox="1">
            <a:spLocks noGrp="1"/>
          </p:cNvSpPr>
          <p:nvPr>
            <p:ph type="subTitle" idx="2"/>
          </p:nvPr>
        </p:nvSpPr>
        <p:spPr>
          <a:xfrm>
            <a:off x="4374813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24" name="Google Shape;3624;p201"/>
          <p:cNvSpPr txBox="1">
            <a:spLocks noGrp="1"/>
          </p:cNvSpPr>
          <p:nvPr>
            <p:ph type="subTitle" idx="3"/>
          </p:nvPr>
        </p:nvSpPr>
        <p:spPr>
          <a:xfrm>
            <a:off x="719988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5" name="Google Shape;3625;p201"/>
          <p:cNvSpPr txBox="1">
            <a:spLocks noGrp="1"/>
          </p:cNvSpPr>
          <p:nvPr>
            <p:ph type="subTitle" idx="4"/>
          </p:nvPr>
        </p:nvSpPr>
        <p:spPr>
          <a:xfrm>
            <a:off x="4374813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6" name="Google Shape;3626;p20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627" name="Google Shape;3627;p201"/>
          <p:cNvGrpSpPr/>
          <p:nvPr/>
        </p:nvGrpSpPr>
        <p:grpSpPr>
          <a:xfrm flipH="1">
            <a:off x="7601662" y="-8302"/>
            <a:ext cx="1542338" cy="5160073"/>
            <a:chOff x="7610237" y="2627"/>
            <a:chExt cx="1542338" cy="5160073"/>
          </a:xfrm>
        </p:grpSpPr>
        <p:sp>
          <p:nvSpPr>
            <p:cNvPr id="3628" name="Google Shape;3628;p201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201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201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201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201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201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201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201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201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201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201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201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20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201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201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20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201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45" name="Google Shape;3645;p201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3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7" name="Google Shape;3647;p202"/>
          <p:cNvSpPr txBox="1">
            <a:spLocks noGrp="1"/>
          </p:cNvSpPr>
          <p:nvPr>
            <p:ph type="subTitle" idx="1"/>
          </p:nvPr>
        </p:nvSpPr>
        <p:spPr>
          <a:xfrm>
            <a:off x="1703000" y="11865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48" name="Google Shape;3648;p202"/>
          <p:cNvSpPr txBox="1">
            <a:spLocks noGrp="1"/>
          </p:cNvSpPr>
          <p:nvPr>
            <p:ph type="subTitle" idx="2"/>
          </p:nvPr>
        </p:nvSpPr>
        <p:spPr>
          <a:xfrm>
            <a:off x="1703000" y="16319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9" name="Google Shape;3649;p202"/>
          <p:cNvSpPr txBox="1">
            <a:spLocks noGrp="1"/>
          </p:cNvSpPr>
          <p:nvPr>
            <p:ph type="subTitle" idx="3"/>
          </p:nvPr>
        </p:nvSpPr>
        <p:spPr>
          <a:xfrm>
            <a:off x="1703000" y="27403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0" name="Google Shape;3650;p202"/>
          <p:cNvSpPr txBox="1">
            <a:spLocks noGrp="1"/>
          </p:cNvSpPr>
          <p:nvPr>
            <p:ph type="subTitle" idx="4"/>
          </p:nvPr>
        </p:nvSpPr>
        <p:spPr>
          <a:xfrm>
            <a:off x="1703000" y="38487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1" name="Google Shape;3651;p20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652" name="Google Shape;3652;p202"/>
          <p:cNvSpPr txBox="1">
            <a:spLocks noGrp="1"/>
          </p:cNvSpPr>
          <p:nvPr>
            <p:ph type="subTitle" idx="5"/>
          </p:nvPr>
        </p:nvSpPr>
        <p:spPr>
          <a:xfrm>
            <a:off x="1703000" y="22949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53" name="Google Shape;3653;p202"/>
          <p:cNvSpPr txBox="1">
            <a:spLocks noGrp="1"/>
          </p:cNvSpPr>
          <p:nvPr>
            <p:ph type="subTitle" idx="6"/>
          </p:nvPr>
        </p:nvSpPr>
        <p:spPr>
          <a:xfrm>
            <a:off x="1703000" y="34033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654" name="Google Shape;3654;p202"/>
          <p:cNvGrpSpPr/>
          <p:nvPr/>
        </p:nvGrpSpPr>
        <p:grpSpPr>
          <a:xfrm rot="10800000"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3655" name="Google Shape;3655;p202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202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202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202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202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202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202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202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202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202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202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202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202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202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202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202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202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72" name="Google Shape;3672;p202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3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4" name="Google Shape;3674;p203"/>
          <p:cNvSpPr txBox="1">
            <a:spLocks noGrp="1"/>
          </p:cNvSpPr>
          <p:nvPr>
            <p:ph type="subTitle" idx="1"/>
          </p:nvPr>
        </p:nvSpPr>
        <p:spPr>
          <a:xfrm>
            <a:off x="1523550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75" name="Google Shape;3675;p203"/>
          <p:cNvSpPr txBox="1">
            <a:spLocks noGrp="1"/>
          </p:cNvSpPr>
          <p:nvPr>
            <p:ph type="subTitle" idx="2"/>
          </p:nvPr>
        </p:nvSpPr>
        <p:spPr>
          <a:xfrm>
            <a:off x="15235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76" name="Google Shape;3676;p203"/>
          <p:cNvSpPr txBox="1">
            <a:spLocks noGrp="1"/>
          </p:cNvSpPr>
          <p:nvPr>
            <p:ph type="subTitle" idx="3"/>
          </p:nvPr>
        </p:nvSpPr>
        <p:spPr>
          <a:xfrm>
            <a:off x="49280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77" name="Google Shape;3677;p203"/>
          <p:cNvSpPr txBox="1">
            <a:spLocks noGrp="1"/>
          </p:cNvSpPr>
          <p:nvPr>
            <p:ph type="subTitle" idx="4"/>
          </p:nvPr>
        </p:nvSpPr>
        <p:spPr>
          <a:xfrm>
            <a:off x="15235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78" name="Google Shape;3678;p203"/>
          <p:cNvSpPr txBox="1">
            <a:spLocks noGrp="1"/>
          </p:cNvSpPr>
          <p:nvPr>
            <p:ph type="subTitle" idx="5"/>
          </p:nvPr>
        </p:nvSpPr>
        <p:spPr>
          <a:xfrm>
            <a:off x="49280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79" name="Google Shape;3679;p20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680" name="Google Shape;3680;p203"/>
          <p:cNvSpPr txBox="1">
            <a:spLocks noGrp="1"/>
          </p:cNvSpPr>
          <p:nvPr>
            <p:ph type="subTitle" idx="6"/>
          </p:nvPr>
        </p:nvSpPr>
        <p:spPr>
          <a:xfrm>
            <a:off x="1523550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81" name="Google Shape;3681;p203"/>
          <p:cNvSpPr txBox="1">
            <a:spLocks noGrp="1"/>
          </p:cNvSpPr>
          <p:nvPr>
            <p:ph type="subTitle" idx="7"/>
          </p:nvPr>
        </p:nvSpPr>
        <p:spPr>
          <a:xfrm>
            <a:off x="4928048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682" name="Google Shape;3682;p203"/>
          <p:cNvSpPr txBox="1">
            <a:spLocks noGrp="1"/>
          </p:cNvSpPr>
          <p:nvPr>
            <p:ph type="subTitle" idx="8"/>
          </p:nvPr>
        </p:nvSpPr>
        <p:spPr>
          <a:xfrm>
            <a:off x="4928048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683" name="Google Shape;3683;p203"/>
          <p:cNvGrpSpPr/>
          <p:nvPr/>
        </p:nvGrpSpPr>
        <p:grpSpPr>
          <a:xfrm>
            <a:off x="7680525" y="0"/>
            <a:ext cx="1463475" cy="5143556"/>
            <a:chOff x="7680525" y="0"/>
            <a:chExt cx="1463475" cy="5143556"/>
          </a:xfrm>
        </p:grpSpPr>
        <p:grpSp>
          <p:nvGrpSpPr>
            <p:cNvPr id="3684" name="Google Shape;3684;p203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3685" name="Google Shape;3685;p203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203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7" name="Google Shape;3687;p203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8" name="Google Shape;3688;p203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9" name="Google Shape;3689;p203"/>
              <p:cNvSpPr/>
              <p:nvPr/>
            </p:nvSpPr>
            <p:spPr>
              <a:xfrm>
                <a:off x="4025675" y="15171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0" name="Google Shape;3690;p203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1" name="Google Shape;3691;p203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203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203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203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203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203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203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98" name="Google Shape;3698;p203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3699" name="Google Shape;3699;p203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203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701" name="Google Shape;3701;p203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3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3" name="Google Shape;3703;p204"/>
          <p:cNvSpPr txBox="1">
            <a:spLocks noGrp="1"/>
          </p:cNvSpPr>
          <p:nvPr>
            <p:ph type="subTitle" idx="1"/>
          </p:nvPr>
        </p:nvSpPr>
        <p:spPr>
          <a:xfrm>
            <a:off x="720000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04" name="Google Shape;3704;p204"/>
          <p:cNvSpPr txBox="1">
            <a:spLocks noGrp="1"/>
          </p:cNvSpPr>
          <p:nvPr>
            <p:ph type="subTitle" idx="2"/>
          </p:nvPr>
        </p:nvSpPr>
        <p:spPr>
          <a:xfrm>
            <a:off x="7200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5" name="Google Shape;3705;p204"/>
          <p:cNvSpPr txBox="1">
            <a:spLocks noGrp="1"/>
          </p:cNvSpPr>
          <p:nvPr>
            <p:ph type="subTitle" idx="3"/>
          </p:nvPr>
        </p:nvSpPr>
        <p:spPr>
          <a:xfrm>
            <a:off x="41245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6" name="Google Shape;3706;p204"/>
          <p:cNvSpPr txBox="1">
            <a:spLocks noGrp="1"/>
          </p:cNvSpPr>
          <p:nvPr>
            <p:ph type="subTitle" idx="4"/>
          </p:nvPr>
        </p:nvSpPr>
        <p:spPr>
          <a:xfrm>
            <a:off x="7200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7" name="Google Shape;3707;p204"/>
          <p:cNvSpPr txBox="1">
            <a:spLocks noGrp="1"/>
          </p:cNvSpPr>
          <p:nvPr>
            <p:ph type="subTitle" idx="5"/>
          </p:nvPr>
        </p:nvSpPr>
        <p:spPr>
          <a:xfrm>
            <a:off x="41245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8" name="Google Shape;3708;p20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709" name="Google Shape;3709;p204"/>
          <p:cNvSpPr txBox="1">
            <a:spLocks noGrp="1"/>
          </p:cNvSpPr>
          <p:nvPr>
            <p:ph type="subTitle" idx="6"/>
          </p:nvPr>
        </p:nvSpPr>
        <p:spPr>
          <a:xfrm>
            <a:off x="720000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10" name="Google Shape;3710;p204"/>
          <p:cNvSpPr txBox="1">
            <a:spLocks noGrp="1"/>
          </p:cNvSpPr>
          <p:nvPr>
            <p:ph type="subTitle" idx="7"/>
          </p:nvPr>
        </p:nvSpPr>
        <p:spPr>
          <a:xfrm>
            <a:off x="4124498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11" name="Google Shape;3711;p204"/>
          <p:cNvSpPr txBox="1">
            <a:spLocks noGrp="1"/>
          </p:cNvSpPr>
          <p:nvPr>
            <p:ph type="subTitle" idx="8"/>
          </p:nvPr>
        </p:nvSpPr>
        <p:spPr>
          <a:xfrm>
            <a:off x="4124498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712" name="Google Shape;3712;p204"/>
          <p:cNvGrpSpPr/>
          <p:nvPr/>
        </p:nvGrpSpPr>
        <p:grpSpPr>
          <a:xfrm flipH="1">
            <a:off x="7604540" y="-48"/>
            <a:ext cx="1539456" cy="5143534"/>
            <a:chOff x="-4160" y="-48"/>
            <a:chExt cx="1539456" cy="5143534"/>
          </a:xfrm>
        </p:grpSpPr>
        <p:sp>
          <p:nvSpPr>
            <p:cNvPr id="3713" name="Google Shape;3713;p204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204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204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204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204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204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204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204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204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204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23" name="Google Shape;3723;p204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3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5" name="Google Shape;3725;p20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726" name="Google Shape;3726;p205"/>
          <p:cNvSpPr txBox="1">
            <a:spLocks noGrp="1"/>
          </p:cNvSpPr>
          <p:nvPr>
            <p:ph type="subTitle" idx="1"/>
          </p:nvPr>
        </p:nvSpPr>
        <p:spPr>
          <a:xfrm>
            <a:off x="897848" y="2299001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7" name="Google Shape;3727;p205"/>
          <p:cNvSpPr txBox="1">
            <a:spLocks noGrp="1"/>
          </p:cNvSpPr>
          <p:nvPr>
            <p:ph type="subTitle" idx="2"/>
          </p:nvPr>
        </p:nvSpPr>
        <p:spPr>
          <a:xfrm>
            <a:off x="2965075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8" name="Google Shape;3728;p205"/>
          <p:cNvSpPr txBox="1">
            <a:spLocks noGrp="1"/>
          </p:cNvSpPr>
          <p:nvPr>
            <p:ph type="subTitle" idx="3"/>
          </p:nvPr>
        </p:nvSpPr>
        <p:spPr>
          <a:xfrm>
            <a:off x="5036500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9" name="Google Shape;3729;p205"/>
          <p:cNvSpPr txBox="1">
            <a:spLocks noGrp="1"/>
          </p:cNvSpPr>
          <p:nvPr>
            <p:ph type="subTitle" idx="4"/>
          </p:nvPr>
        </p:nvSpPr>
        <p:spPr>
          <a:xfrm>
            <a:off x="897848" y="4123692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0" name="Google Shape;3730;p205"/>
          <p:cNvSpPr txBox="1">
            <a:spLocks noGrp="1"/>
          </p:cNvSpPr>
          <p:nvPr>
            <p:ph type="subTitle" idx="5"/>
          </p:nvPr>
        </p:nvSpPr>
        <p:spPr>
          <a:xfrm>
            <a:off x="2965075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1" name="Google Shape;3731;p205"/>
          <p:cNvSpPr txBox="1">
            <a:spLocks noGrp="1"/>
          </p:cNvSpPr>
          <p:nvPr>
            <p:ph type="subTitle" idx="6"/>
          </p:nvPr>
        </p:nvSpPr>
        <p:spPr>
          <a:xfrm>
            <a:off x="5036500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2" name="Google Shape;3732;p205"/>
          <p:cNvSpPr txBox="1">
            <a:spLocks noGrp="1"/>
          </p:cNvSpPr>
          <p:nvPr>
            <p:ph type="subTitle" idx="7"/>
          </p:nvPr>
        </p:nvSpPr>
        <p:spPr>
          <a:xfrm>
            <a:off x="893700" y="1863675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33" name="Google Shape;3733;p205"/>
          <p:cNvSpPr txBox="1">
            <a:spLocks noGrp="1"/>
          </p:cNvSpPr>
          <p:nvPr>
            <p:ph type="subTitle" idx="8"/>
          </p:nvPr>
        </p:nvSpPr>
        <p:spPr>
          <a:xfrm>
            <a:off x="2965075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34" name="Google Shape;3734;p205"/>
          <p:cNvSpPr txBox="1">
            <a:spLocks noGrp="1"/>
          </p:cNvSpPr>
          <p:nvPr>
            <p:ph type="subTitle" idx="9"/>
          </p:nvPr>
        </p:nvSpPr>
        <p:spPr>
          <a:xfrm>
            <a:off x="5040657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35" name="Google Shape;3735;p205"/>
          <p:cNvSpPr txBox="1">
            <a:spLocks noGrp="1"/>
          </p:cNvSpPr>
          <p:nvPr>
            <p:ph type="subTitle" idx="13"/>
          </p:nvPr>
        </p:nvSpPr>
        <p:spPr>
          <a:xfrm>
            <a:off x="893700" y="3683823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36" name="Google Shape;3736;p205"/>
          <p:cNvSpPr txBox="1">
            <a:spLocks noGrp="1"/>
          </p:cNvSpPr>
          <p:nvPr>
            <p:ph type="subTitle" idx="14"/>
          </p:nvPr>
        </p:nvSpPr>
        <p:spPr>
          <a:xfrm>
            <a:off x="2965075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737" name="Google Shape;3737;p205"/>
          <p:cNvSpPr txBox="1">
            <a:spLocks noGrp="1"/>
          </p:cNvSpPr>
          <p:nvPr>
            <p:ph type="subTitle" idx="15"/>
          </p:nvPr>
        </p:nvSpPr>
        <p:spPr>
          <a:xfrm>
            <a:off x="5040657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3738" name="Google Shape;3738;p205"/>
          <p:cNvGrpSpPr/>
          <p:nvPr/>
        </p:nvGrpSpPr>
        <p:grpSpPr>
          <a:xfrm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3739" name="Google Shape;3739;p205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205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205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205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205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205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205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205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205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205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205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205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205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205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205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205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205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56" name="Google Shape;3756;p205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3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" name="Google Shape;3758;p206"/>
          <p:cNvSpPr txBox="1">
            <a:spLocks noGrp="1"/>
          </p:cNvSpPr>
          <p:nvPr>
            <p:ph type="title" hasCustomPrompt="1"/>
          </p:nvPr>
        </p:nvSpPr>
        <p:spPr>
          <a:xfrm>
            <a:off x="92930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759" name="Google Shape;3759;p206"/>
          <p:cNvSpPr txBox="1">
            <a:spLocks noGrp="1"/>
          </p:cNvSpPr>
          <p:nvPr>
            <p:ph type="subTitle" idx="1"/>
          </p:nvPr>
        </p:nvSpPr>
        <p:spPr>
          <a:xfrm>
            <a:off x="72735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0" name="Google Shape;3760;p206"/>
          <p:cNvSpPr txBox="1">
            <a:spLocks noGrp="1"/>
          </p:cNvSpPr>
          <p:nvPr>
            <p:ph type="title" idx="2" hasCustomPrompt="1"/>
          </p:nvPr>
        </p:nvSpPr>
        <p:spPr>
          <a:xfrm>
            <a:off x="3721975" y="2137388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761" name="Google Shape;3761;p206"/>
          <p:cNvSpPr txBox="1">
            <a:spLocks noGrp="1"/>
          </p:cNvSpPr>
          <p:nvPr>
            <p:ph type="subTitle" idx="3"/>
          </p:nvPr>
        </p:nvSpPr>
        <p:spPr>
          <a:xfrm>
            <a:off x="3520025" y="3176463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2" name="Google Shape;3762;p206"/>
          <p:cNvSpPr txBox="1">
            <a:spLocks noGrp="1"/>
          </p:cNvSpPr>
          <p:nvPr>
            <p:ph type="title" idx="4" hasCustomPrompt="1"/>
          </p:nvPr>
        </p:nvSpPr>
        <p:spPr>
          <a:xfrm>
            <a:off x="651465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763" name="Google Shape;3763;p206"/>
          <p:cNvSpPr txBox="1">
            <a:spLocks noGrp="1"/>
          </p:cNvSpPr>
          <p:nvPr>
            <p:ph type="subTitle" idx="5"/>
          </p:nvPr>
        </p:nvSpPr>
        <p:spPr>
          <a:xfrm>
            <a:off x="631270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764" name="Google Shape;3764;p206"/>
          <p:cNvGrpSpPr/>
          <p:nvPr/>
        </p:nvGrpSpPr>
        <p:grpSpPr>
          <a:xfrm rot="10800000"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3765" name="Google Shape;3765;p206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3766" name="Google Shape;3766;p206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7" name="Google Shape;3767;p206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8" name="Google Shape;3768;p206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9" name="Google Shape;3769;p206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0" name="Google Shape;3770;p206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1" name="Google Shape;3771;p206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2" name="Google Shape;3772;p206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3" name="Google Shape;3773;p206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4" name="Google Shape;3774;p206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5" name="Google Shape;3775;p206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6" name="Google Shape;3776;p206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7" name="Google Shape;3777;p206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8" name="Google Shape;3778;p206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9" name="Google Shape;3779;p206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80" name="Google Shape;3780;p206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81" name="Google Shape;3781;p206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1" name="Shape 3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3" name="Google Shape;3783;p207"/>
          <p:cNvSpPr txBox="1">
            <a:spLocks noGrp="1"/>
          </p:cNvSpPr>
          <p:nvPr>
            <p:ph type="title" hasCustomPrompt="1"/>
          </p:nvPr>
        </p:nvSpPr>
        <p:spPr>
          <a:xfrm>
            <a:off x="3101163" y="1409791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784" name="Google Shape;3784;p207"/>
          <p:cNvSpPr txBox="1">
            <a:spLocks noGrp="1"/>
          </p:cNvSpPr>
          <p:nvPr>
            <p:ph type="subTitle" idx="1"/>
          </p:nvPr>
        </p:nvSpPr>
        <p:spPr>
          <a:xfrm>
            <a:off x="3101163" y="1930587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85" name="Google Shape;3785;p207"/>
          <p:cNvSpPr txBox="1">
            <a:spLocks noGrp="1"/>
          </p:cNvSpPr>
          <p:nvPr>
            <p:ph type="title" idx="2" hasCustomPrompt="1"/>
          </p:nvPr>
        </p:nvSpPr>
        <p:spPr>
          <a:xfrm>
            <a:off x="6312688" y="1409791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786" name="Google Shape;3786;p207"/>
          <p:cNvSpPr txBox="1">
            <a:spLocks noGrp="1"/>
          </p:cNvSpPr>
          <p:nvPr>
            <p:ph type="subTitle" idx="3"/>
          </p:nvPr>
        </p:nvSpPr>
        <p:spPr>
          <a:xfrm>
            <a:off x="6312688" y="1930579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87" name="Google Shape;3787;p207"/>
          <p:cNvSpPr txBox="1">
            <a:spLocks noGrp="1"/>
          </p:cNvSpPr>
          <p:nvPr>
            <p:ph type="title" idx="4" hasCustomPrompt="1"/>
          </p:nvPr>
        </p:nvSpPr>
        <p:spPr>
          <a:xfrm>
            <a:off x="3101163" y="3171014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788" name="Google Shape;3788;p207"/>
          <p:cNvSpPr txBox="1">
            <a:spLocks noGrp="1"/>
          </p:cNvSpPr>
          <p:nvPr>
            <p:ph type="subTitle" idx="5"/>
          </p:nvPr>
        </p:nvSpPr>
        <p:spPr>
          <a:xfrm>
            <a:off x="3101163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89" name="Google Shape;3789;p207"/>
          <p:cNvSpPr txBox="1">
            <a:spLocks noGrp="1"/>
          </p:cNvSpPr>
          <p:nvPr>
            <p:ph type="title" idx="6" hasCustomPrompt="1"/>
          </p:nvPr>
        </p:nvSpPr>
        <p:spPr>
          <a:xfrm>
            <a:off x="6312688" y="3171015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790" name="Google Shape;3790;p207"/>
          <p:cNvSpPr txBox="1">
            <a:spLocks noGrp="1"/>
          </p:cNvSpPr>
          <p:nvPr>
            <p:ph type="subTitle" idx="7"/>
          </p:nvPr>
        </p:nvSpPr>
        <p:spPr>
          <a:xfrm>
            <a:off x="6312688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1" name="Google Shape;3791;p207"/>
          <p:cNvSpPr txBox="1">
            <a:spLocks noGrp="1"/>
          </p:cNvSpPr>
          <p:nvPr>
            <p:ph type="title" idx="8"/>
          </p:nvPr>
        </p:nvSpPr>
        <p:spPr>
          <a:xfrm>
            <a:off x="1993125" y="445025"/>
            <a:ext cx="643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792" name="Google Shape;3792;p207"/>
          <p:cNvGrpSpPr/>
          <p:nvPr/>
        </p:nvGrpSpPr>
        <p:grpSpPr>
          <a:xfrm rot="10800000" flipH="1"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3793" name="Google Shape;3793;p207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207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207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207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207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207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207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207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207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207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03" name="Google Shape;3803;p207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5" name="Google Shape;3805;p208"/>
          <p:cNvSpPr txBox="1">
            <a:spLocks noGrp="1"/>
          </p:cNvSpPr>
          <p:nvPr>
            <p:ph type="ctrTitle"/>
          </p:nvPr>
        </p:nvSpPr>
        <p:spPr>
          <a:xfrm>
            <a:off x="3451975" y="998763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806" name="Google Shape;3806;p208"/>
          <p:cNvSpPr txBox="1">
            <a:spLocks noGrp="1"/>
          </p:cNvSpPr>
          <p:nvPr>
            <p:ph type="subTitle" idx="1"/>
          </p:nvPr>
        </p:nvSpPr>
        <p:spPr>
          <a:xfrm>
            <a:off x="3447100" y="1890621"/>
            <a:ext cx="4293900" cy="12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807" name="Google Shape;3807;p208"/>
          <p:cNvSpPr txBox="1"/>
          <p:nvPr/>
        </p:nvSpPr>
        <p:spPr>
          <a:xfrm>
            <a:off x="3451975" y="3689688"/>
            <a:ext cx="44382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and it includes icons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infographics &amp; images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3808" name="Google Shape;3808;p208"/>
          <p:cNvGrpSpPr/>
          <p:nvPr/>
        </p:nvGrpSpPr>
        <p:grpSpPr>
          <a:xfrm rot="10800000">
            <a:off x="-36910" y="-164"/>
            <a:ext cx="3086466" cy="5143851"/>
            <a:chOff x="-1" y="-164"/>
            <a:chExt cx="3086466" cy="5143851"/>
          </a:xfrm>
        </p:grpSpPr>
        <p:sp>
          <p:nvSpPr>
            <p:cNvPr id="3809" name="Google Shape;3809;p208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208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208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208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208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208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208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208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208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208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208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208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208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208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208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208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208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208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208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208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29" name="Google Shape;3829;p208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1" name="Google Shape;3831;p209"/>
          <p:cNvGrpSpPr/>
          <p:nvPr/>
        </p:nvGrpSpPr>
        <p:grpSpPr>
          <a:xfrm rot="10800000">
            <a:off x="-18207" y="-175"/>
            <a:ext cx="1145713" cy="5143862"/>
            <a:chOff x="1940752" y="-164"/>
            <a:chExt cx="1145713" cy="5143862"/>
          </a:xfrm>
        </p:grpSpPr>
        <p:sp>
          <p:nvSpPr>
            <p:cNvPr id="3832" name="Google Shape;3832;p209"/>
            <p:cNvSpPr/>
            <p:nvPr/>
          </p:nvSpPr>
          <p:spPr>
            <a:xfrm rot="-5400000">
              <a:off x="-59296" y="2005177"/>
              <a:ext cx="5143851" cy="1133189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209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209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209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209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209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209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209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209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1" name="Google Shape;3841;p209"/>
          <p:cNvGrpSpPr/>
          <p:nvPr/>
        </p:nvGrpSpPr>
        <p:grpSpPr>
          <a:xfrm rot="-5400000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3842" name="Google Shape;3842;p209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43" name="Google Shape;3843;p209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3844" name="Google Shape;3844;p209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5" name="Google Shape;3845;p209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6" name="Google Shape;3846;p209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7" name="Google Shape;3847;p209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9" name="Google Shape;3849;p210"/>
          <p:cNvGrpSpPr/>
          <p:nvPr/>
        </p:nvGrpSpPr>
        <p:grpSpPr>
          <a:xfrm flipH="1">
            <a:off x="-18663" y="4014980"/>
            <a:ext cx="9181330" cy="1149629"/>
            <a:chOff x="-17463" y="-1061"/>
            <a:chExt cx="9181330" cy="1149629"/>
          </a:xfrm>
        </p:grpSpPr>
        <p:grpSp>
          <p:nvGrpSpPr>
            <p:cNvPr id="3850" name="Google Shape;3850;p210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3851" name="Google Shape;3851;p210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2" name="Google Shape;3852;p210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3" name="Google Shape;3853;p210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4" name="Google Shape;3854;p210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5" name="Google Shape;3855;p210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6" name="Google Shape;3856;p210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7" name="Google Shape;3857;p210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8" name="Google Shape;3858;p210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9" name="Google Shape;3859;p210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0" name="Google Shape;3860;p210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1" name="Google Shape;3861;p210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2" name="Google Shape;3862;p210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3" name="Google Shape;3863;p210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4" name="Google Shape;3864;p210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65" name="Google Shape;3865;p210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212"/>
          <p:cNvSpPr txBox="1">
            <a:spLocks noGrp="1"/>
          </p:cNvSpPr>
          <p:nvPr>
            <p:ph type="ctrTitle"/>
          </p:nvPr>
        </p:nvSpPr>
        <p:spPr>
          <a:xfrm>
            <a:off x="3447100" y="1391250"/>
            <a:ext cx="44331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871" name="Google Shape;3871;p212"/>
          <p:cNvSpPr txBox="1">
            <a:spLocks noGrp="1"/>
          </p:cNvSpPr>
          <p:nvPr>
            <p:ph type="subTitle" idx="1"/>
          </p:nvPr>
        </p:nvSpPr>
        <p:spPr>
          <a:xfrm>
            <a:off x="3447100" y="3647550"/>
            <a:ext cx="4433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872" name="Google Shape;3872;p212"/>
          <p:cNvSpPr txBox="1">
            <a:spLocks noGrp="1"/>
          </p:cNvSpPr>
          <p:nvPr>
            <p:ph type="sldNum" idx="12"/>
          </p:nvPr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873" name="Google Shape;3873;p212"/>
          <p:cNvGrpSpPr/>
          <p:nvPr/>
        </p:nvGrpSpPr>
        <p:grpSpPr>
          <a:xfrm>
            <a:off x="-1" y="-164"/>
            <a:ext cx="3115359" cy="5143851"/>
            <a:chOff x="-1" y="-164"/>
            <a:chExt cx="3115359" cy="5143851"/>
          </a:xfrm>
        </p:grpSpPr>
        <p:sp>
          <p:nvSpPr>
            <p:cNvPr id="3874" name="Google Shape;3874;p212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212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212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212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212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212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212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212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212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212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212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212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212"/>
            <p:cNvSpPr/>
            <p:nvPr/>
          </p:nvSpPr>
          <p:spPr>
            <a:xfrm rot="-5400000">
              <a:off x="1944090" y="1481907"/>
              <a:ext cx="1175328" cy="1167209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212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212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212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212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212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212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212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5" name="Google Shape;3895;p213"/>
          <p:cNvSpPr txBox="1">
            <a:spLocks noGrp="1"/>
          </p:cNvSpPr>
          <p:nvPr>
            <p:ph type="title"/>
          </p:nvPr>
        </p:nvSpPr>
        <p:spPr>
          <a:xfrm>
            <a:off x="2074225" y="2922963"/>
            <a:ext cx="4995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96" name="Google Shape;3896;p213"/>
          <p:cNvSpPr txBox="1">
            <a:spLocks noGrp="1"/>
          </p:cNvSpPr>
          <p:nvPr>
            <p:ph type="title" idx="2" hasCustomPrompt="1"/>
          </p:nvPr>
        </p:nvSpPr>
        <p:spPr>
          <a:xfrm>
            <a:off x="2074150" y="1389063"/>
            <a:ext cx="1640700" cy="13626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97" name="Google Shape;3897;p213"/>
          <p:cNvSpPr txBox="1">
            <a:spLocks noGrp="1"/>
          </p:cNvSpPr>
          <p:nvPr>
            <p:ph type="subTitle" idx="1"/>
          </p:nvPr>
        </p:nvSpPr>
        <p:spPr>
          <a:xfrm>
            <a:off x="2074225" y="3582888"/>
            <a:ext cx="4995600" cy="5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8" name="Google Shape;3898;p213"/>
          <p:cNvSpPr txBox="1">
            <a:spLocks noGrp="1"/>
          </p:cNvSpPr>
          <p:nvPr>
            <p:ph type="sldNum" idx="12"/>
          </p:nvPr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899" name="Google Shape;3899;p213"/>
          <p:cNvGrpSpPr/>
          <p:nvPr/>
        </p:nvGrpSpPr>
        <p:grpSpPr>
          <a:xfrm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3900" name="Google Shape;3900;p213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213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213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213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213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213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213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213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213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213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10" name="Google Shape;3910;p213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3911" name="Google Shape;3911;p213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12" name="Google Shape;3912;p213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3913" name="Google Shape;3913;p213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4" name="Google Shape;3914;p213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5" name="Google Shape;3915;p213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6" name="Google Shape;3916;p213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8" name="Google Shape;3918;p2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21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919" name="Google Shape;3919;p214"/>
          <p:cNvSpPr txBox="1">
            <a:spLocks noGrp="1"/>
          </p:cNvSpPr>
          <p:nvPr>
            <p:ph type="body" idx="1"/>
          </p:nvPr>
        </p:nvSpPr>
        <p:spPr>
          <a:xfrm>
            <a:off x="720000" y="1117025"/>
            <a:ext cx="72138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5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3920" name="Google Shape;3920;p214"/>
          <p:cNvGrpSpPr/>
          <p:nvPr/>
        </p:nvGrpSpPr>
        <p:grpSpPr>
          <a:xfrm rot="-5400000" flipH="1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3921" name="Google Shape;3921;p214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22" name="Google Shape;3922;p214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3923" name="Google Shape;3923;p214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4" name="Google Shape;3924;p214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5" name="Google Shape;3925;p214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6" name="Google Shape;3926;p214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27" name="Google Shape;3927;p214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p215"/>
          <p:cNvSpPr txBox="1">
            <a:spLocks noGrp="1"/>
          </p:cNvSpPr>
          <p:nvPr>
            <p:ph type="subTitle" idx="1"/>
          </p:nvPr>
        </p:nvSpPr>
        <p:spPr>
          <a:xfrm>
            <a:off x="19606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30" name="Google Shape;3930;p215"/>
          <p:cNvSpPr txBox="1">
            <a:spLocks noGrp="1"/>
          </p:cNvSpPr>
          <p:nvPr>
            <p:ph type="subTitle" idx="2"/>
          </p:nvPr>
        </p:nvSpPr>
        <p:spPr>
          <a:xfrm>
            <a:off x="52878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31" name="Google Shape;3931;p215"/>
          <p:cNvSpPr txBox="1">
            <a:spLocks noGrp="1"/>
          </p:cNvSpPr>
          <p:nvPr>
            <p:ph type="subTitle" idx="3"/>
          </p:nvPr>
        </p:nvSpPr>
        <p:spPr>
          <a:xfrm>
            <a:off x="19606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2" name="Google Shape;3932;p215"/>
          <p:cNvSpPr txBox="1">
            <a:spLocks noGrp="1"/>
          </p:cNvSpPr>
          <p:nvPr>
            <p:ph type="subTitle" idx="4"/>
          </p:nvPr>
        </p:nvSpPr>
        <p:spPr>
          <a:xfrm>
            <a:off x="52878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3" name="Google Shape;3933;p2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934" name="Google Shape;3934;p215"/>
          <p:cNvGrpSpPr/>
          <p:nvPr/>
        </p:nvGrpSpPr>
        <p:grpSpPr>
          <a:xfrm rot="10800000" flipH="1">
            <a:off x="-5" y="-23"/>
            <a:ext cx="1539456" cy="5143534"/>
            <a:chOff x="7633570" y="-10"/>
            <a:chExt cx="1539456" cy="5143534"/>
          </a:xfrm>
        </p:grpSpPr>
        <p:sp>
          <p:nvSpPr>
            <p:cNvPr id="3935" name="Google Shape;3935;p215"/>
            <p:cNvSpPr/>
            <p:nvPr/>
          </p:nvSpPr>
          <p:spPr>
            <a:xfrm rot="5400000">
              <a:off x="7553559" y="94230"/>
              <a:ext cx="1713696" cy="152523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215"/>
            <p:cNvSpPr/>
            <p:nvPr/>
          </p:nvSpPr>
          <p:spPr>
            <a:xfrm rot="5400000">
              <a:off x="7545807" y="87753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215"/>
            <p:cNvSpPr/>
            <p:nvPr/>
          </p:nvSpPr>
          <p:spPr>
            <a:xfrm rot="5400000">
              <a:off x="7546450" y="1802029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215"/>
            <p:cNvSpPr/>
            <p:nvPr/>
          </p:nvSpPr>
          <p:spPr>
            <a:xfrm rot="5400000">
              <a:off x="7722635" y="1889788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215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215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215"/>
            <p:cNvSpPr/>
            <p:nvPr/>
          </p:nvSpPr>
          <p:spPr>
            <a:xfrm rot="5400000">
              <a:off x="7974874" y="2230436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215"/>
            <p:cNvSpPr/>
            <p:nvPr/>
          </p:nvSpPr>
          <p:spPr>
            <a:xfrm rot="5400000">
              <a:off x="7633586" y="990721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215"/>
            <p:cNvSpPr/>
            <p:nvPr/>
          </p:nvSpPr>
          <p:spPr>
            <a:xfrm rot="5400000">
              <a:off x="8013247" y="3935614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215"/>
            <p:cNvSpPr/>
            <p:nvPr/>
          </p:nvSpPr>
          <p:spPr>
            <a:xfrm rot="5400000">
              <a:off x="7974859" y="1373619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5" name="Google Shape;3945;p215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7" name="Google Shape;3947;p216"/>
          <p:cNvSpPr txBox="1">
            <a:spLocks noGrp="1"/>
          </p:cNvSpPr>
          <p:nvPr>
            <p:ph type="title"/>
          </p:nvPr>
        </p:nvSpPr>
        <p:spPr>
          <a:xfrm>
            <a:off x="1924050" y="445025"/>
            <a:ext cx="6500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3948" name="Google Shape;3948;p216"/>
          <p:cNvGrpSpPr/>
          <p:nvPr/>
        </p:nvGrpSpPr>
        <p:grpSpPr>
          <a:xfrm>
            <a:off x="-9763" y="-17232"/>
            <a:ext cx="1542338" cy="5160073"/>
            <a:chOff x="7610237" y="2627"/>
            <a:chExt cx="1542338" cy="5160073"/>
          </a:xfrm>
        </p:grpSpPr>
        <p:sp>
          <p:nvSpPr>
            <p:cNvPr id="3949" name="Google Shape;3949;p216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216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216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216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216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216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216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216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216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216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216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216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216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216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216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216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216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66" name="Google Shape;3966;p216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8" name="Google Shape;3968;p217"/>
          <p:cNvSpPr txBox="1">
            <a:spLocks noGrp="1"/>
          </p:cNvSpPr>
          <p:nvPr>
            <p:ph type="title"/>
          </p:nvPr>
        </p:nvSpPr>
        <p:spPr>
          <a:xfrm>
            <a:off x="3680150" y="1435075"/>
            <a:ext cx="4389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969" name="Google Shape;3969;p217"/>
          <p:cNvSpPr txBox="1">
            <a:spLocks noGrp="1"/>
          </p:cNvSpPr>
          <p:nvPr>
            <p:ph type="body" idx="1"/>
          </p:nvPr>
        </p:nvSpPr>
        <p:spPr>
          <a:xfrm>
            <a:off x="3680150" y="2007775"/>
            <a:ext cx="4389300" cy="231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3970" name="Google Shape;3970;p217"/>
          <p:cNvGrpSpPr/>
          <p:nvPr/>
        </p:nvGrpSpPr>
        <p:grpSpPr>
          <a:xfrm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3971" name="Google Shape;3971;p217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3972" name="Google Shape;3972;p217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3" name="Google Shape;3973;p217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4" name="Google Shape;3974;p217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5" name="Google Shape;3975;p217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6" name="Google Shape;3976;p217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7" name="Google Shape;3977;p217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8" name="Google Shape;3978;p217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9" name="Google Shape;3979;p217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0" name="Google Shape;3980;p217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1" name="Google Shape;3981;p217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2" name="Google Shape;3982;p217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3" name="Google Shape;3983;p217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4" name="Google Shape;3984;p217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5" name="Google Shape;3985;p217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6" name="Google Shape;3986;p217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87" name="Google Shape;3987;p217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9" name="Google Shape;3989;p218"/>
          <p:cNvSpPr txBox="1">
            <a:spLocks noGrp="1"/>
          </p:cNvSpPr>
          <p:nvPr>
            <p:ph type="title"/>
          </p:nvPr>
        </p:nvSpPr>
        <p:spPr>
          <a:xfrm>
            <a:off x="2638975" y="1342825"/>
            <a:ext cx="5202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990" name="Google Shape;3990;p218"/>
          <p:cNvGrpSpPr/>
          <p:nvPr/>
        </p:nvGrpSpPr>
        <p:grpSpPr>
          <a:xfrm>
            <a:off x="-1" y="-176"/>
            <a:ext cx="2068997" cy="5143863"/>
            <a:chOff x="-1" y="-176"/>
            <a:chExt cx="2068997" cy="5143863"/>
          </a:xfrm>
        </p:grpSpPr>
        <p:sp>
          <p:nvSpPr>
            <p:cNvPr id="3991" name="Google Shape;3991;p218"/>
            <p:cNvSpPr/>
            <p:nvPr/>
          </p:nvSpPr>
          <p:spPr>
            <a:xfrm rot="-5400000">
              <a:off x="-1629798" y="1629621"/>
              <a:ext cx="5143851" cy="1884256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218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218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218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218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218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218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218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218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218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218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218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3" name="Google Shape;4003;p218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5" name="Google Shape;4005;p219"/>
          <p:cNvSpPr txBox="1">
            <a:spLocks noGrp="1"/>
          </p:cNvSpPr>
          <p:nvPr>
            <p:ph type="title"/>
          </p:nvPr>
        </p:nvSpPr>
        <p:spPr>
          <a:xfrm>
            <a:off x="1849175" y="1179150"/>
            <a:ext cx="35355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006" name="Google Shape;4006;p219"/>
          <p:cNvSpPr txBox="1">
            <a:spLocks noGrp="1"/>
          </p:cNvSpPr>
          <p:nvPr>
            <p:ph type="subTitle" idx="1"/>
          </p:nvPr>
        </p:nvSpPr>
        <p:spPr>
          <a:xfrm>
            <a:off x="1849175" y="2860950"/>
            <a:ext cx="3535500" cy="11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07" name="Google Shape;4007;p219"/>
          <p:cNvGrpSpPr/>
          <p:nvPr/>
        </p:nvGrpSpPr>
        <p:grpSpPr>
          <a:xfrm rot="10800000" flipH="1">
            <a:off x="-6888" y="-17232"/>
            <a:ext cx="1542338" cy="5160073"/>
            <a:chOff x="7610237" y="2627"/>
            <a:chExt cx="1542338" cy="5160073"/>
          </a:xfrm>
        </p:grpSpPr>
        <p:sp>
          <p:nvSpPr>
            <p:cNvPr id="4008" name="Google Shape;4008;p219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219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219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219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219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219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219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219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219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219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219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219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21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219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219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21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219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25" name="Google Shape;4025;p219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7" name="Google Shape;4027;p220"/>
          <p:cNvSpPr txBox="1">
            <a:spLocks noGrp="1"/>
          </p:cNvSpPr>
          <p:nvPr>
            <p:ph type="title"/>
          </p:nvPr>
        </p:nvSpPr>
        <p:spPr>
          <a:xfrm>
            <a:off x="715100" y="1378725"/>
            <a:ext cx="3803400" cy="9483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028" name="Google Shape;4028;p220"/>
          <p:cNvGrpSpPr/>
          <p:nvPr/>
        </p:nvGrpSpPr>
        <p:grpSpPr>
          <a:xfrm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4029" name="Google Shape;4029;p220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4030" name="Google Shape;4030;p220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1" name="Google Shape;4031;p220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2" name="Google Shape;4032;p220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3" name="Google Shape;4033;p220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4" name="Google Shape;4034;p220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5" name="Google Shape;4035;p220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6" name="Google Shape;4036;p220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7" name="Google Shape;4037;p220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8" name="Google Shape;4038;p220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9" name="Google Shape;4039;p220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0" name="Google Shape;4040;p220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1" name="Google Shape;4041;p220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2" name="Google Shape;4042;p220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3" name="Google Shape;4043;p220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44" name="Google Shape;4044;p220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6" name="Google Shape;4046;p221"/>
          <p:cNvSpPr txBox="1">
            <a:spLocks noGrp="1"/>
          </p:cNvSpPr>
          <p:nvPr>
            <p:ph type="title" hasCustomPrompt="1"/>
          </p:nvPr>
        </p:nvSpPr>
        <p:spPr>
          <a:xfrm>
            <a:off x="2081125" y="1466663"/>
            <a:ext cx="2741400" cy="16770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047" name="Google Shape;4047;p221"/>
          <p:cNvSpPr txBox="1">
            <a:spLocks noGrp="1"/>
          </p:cNvSpPr>
          <p:nvPr>
            <p:ph type="subTitle" idx="1"/>
          </p:nvPr>
        </p:nvSpPr>
        <p:spPr>
          <a:xfrm>
            <a:off x="2081125" y="3224950"/>
            <a:ext cx="4322100" cy="4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048" name="Google Shape;4048;p221"/>
          <p:cNvGrpSpPr/>
          <p:nvPr/>
        </p:nvGrpSpPr>
        <p:grpSpPr>
          <a:xfrm flipH="1">
            <a:off x="-4160" y="-48"/>
            <a:ext cx="1549894" cy="5143534"/>
            <a:chOff x="-14598" y="-48"/>
            <a:chExt cx="1549894" cy="5143534"/>
          </a:xfrm>
        </p:grpSpPr>
        <p:sp>
          <p:nvSpPr>
            <p:cNvPr id="4049" name="Google Shape;4049;p221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221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221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221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221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221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221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221"/>
            <p:cNvSpPr/>
            <p:nvPr/>
          </p:nvSpPr>
          <p:spPr>
            <a:xfrm rot="5400000">
              <a:off x="-14598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221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221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59" name="Google Shape;4059;p221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4060" name="Google Shape;4060;p221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61" name="Google Shape;4061;p221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4062" name="Google Shape;4062;p221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3" name="Google Shape;4063;p221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4" name="Google Shape;4064;p221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5" name="Google Shape;4065;p221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066" name="Google Shape;4066;p221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40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4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9" name="Google Shape;4069;p223"/>
          <p:cNvSpPr txBox="1">
            <a:spLocks noGrp="1"/>
          </p:cNvSpPr>
          <p:nvPr>
            <p:ph type="title" hasCustomPrompt="1"/>
          </p:nvPr>
        </p:nvSpPr>
        <p:spPr>
          <a:xfrm>
            <a:off x="715100" y="13736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070" name="Google Shape;4070;p223"/>
          <p:cNvSpPr txBox="1">
            <a:spLocks noGrp="1"/>
          </p:cNvSpPr>
          <p:nvPr>
            <p:ph type="subTitle" idx="1"/>
          </p:nvPr>
        </p:nvSpPr>
        <p:spPr>
          <a:xfrm>
            <a:off x="16495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1" name="Google Shape;4071;p223"/>
          <p:cNvSpPr txBox="1">
            <a:spLocks noGrp="1"/>
          </p:cNvSpPr>
          <p:nvPr>
            <p:ph type="title" idx="2" hasCustomPrompt="1"/>
          </p:nvPr>
        </p:nvSpPr>
        <p:spPr>
          <a:xfrm>
            <a:off x="4064600" y="1373650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072" name="Google Shape;4072;p223"/>
          <p:cNvSpPr txBox="1">
            <a:spLocks noGrp="1"/>
          </p:cNvSpPr>
          <p:nvPr>
            <p:ph type="subTitle" idx="3"/>
          </p:nvPr>
        </p:nvSpPr>
        <p:spPr>
          <a:xfrm>
            <a:off x="49990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3" name="Google Shape;4073;p223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074" name="Google Shape;4074;p223"/>
          <p:cNvSpPr txBox="1">
            <a:spLocks noGrp="1"/>
          </p:cNvSpPr>
          <p:nvPr>
            <p:ph type="subTitle" idx="5"/>
          </p:nvPr>
        </p:nvSpPr>
        <p:spPr>
          <a:xfrm>
            <a:off x="16495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5" name="Google Shape;4075;p223"/>
          <p:cNvSpPr txBox="1">
            <a:spLocks noGrp="1"/>
          </p:cNvSpPr>
          <p:nvPr>
            <p:ph type="title" idx="6" hasCustomPrompt="1"/>
          </p:nvPr>
        </p:nvSpPr>
        <p:spPr>
          <a:xfrm>
            <a:off x="40646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076" name="Google Shape;4076;p223"/>
          <p:cNvSpPr txBox="1">
            <a:spLocks noGrp="1"/>
          </p:cNvSpPr>
          <p:nvPr>
            <p:ph type="subTitle" idx="7"/>
          </p:nvPr>
        </p:nvSpPr>
        <p:spPr>
          <a:xfrm>
            <a:off x="49990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77" name="Google Shape;4077;p223"/>
          <p:cNvSpPr txBox="1">
            <a:spLocks noGrp="1"/>
          </p:cNvSpPr>
          <p:nvPr>
            <p:ph type="sldNum" idx="12"/>
          </p:nvPr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8" name="Google Shape;4078;p223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079" name="Google Shape;4079;p223"/>
          <p:cNvSpPr txBox="1">
            <a:spLocks noGrp="1"/>
          </p:cNvSpPr>
          <p:nvPr>
            <p:ph type="subTitle" idx="9"/>
          </p:nvPr>
        </p:nvSpPr>
        <p:spPr>
          <a:xfrm>
            <a:off x="16446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80" name="Google Shape;4080;p223"/>
          <p:cNvSpPr txBox="1">
            <a:spLocks noGrp="1"/>
          </p:cNvSpPr>
          <p:nvPr>
            <p:ph type="subTitle" idx="13"/>
          </p:nvPr>
        </p:nvSpPr>
        <p:spPr>
          <a:xfrm>
            <a:off x="49990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81" name="Google Shape;4081;p223"/>
          <p:cNvSpPr txBox="1">
            <a:spLocks noGrp="1"/>
          </p:cNvSpPr>
          <p:nvPr>
            <p:ph type="subTitle" idx="14"/>
          </p:nvPr>
        </p:nvSpPr>
        <p:spPr>
          <a:xfrm>
            <a:off x="16446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82" name="Google Shape;4082;p223"/>
          <p:cNvSpPr txBox="1">
            <a:spLocks noGrp="1"/>
          </p:cNvSpPr>
          <p:nvPr>
            <p:ph type="subTitle" idx="15"/>
          </p:nvPr>
        </p:nvSpPr>
        <p:spPr>
          <a:xfrm>
            <a:off x="49990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083" name="Google Shape;4083;p223"/>
          <p:cNvGrpSpPr/>
          <p:nvPr/>
        </p:nvGrpSpPr>
        <p:grpSpPr>
          <a:xfrm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4084" name="Google Shape;4084;p223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223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223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223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223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223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223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223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223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223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223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223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223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223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223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223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223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4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Google Shape;4102;p224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6504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103" name="Google Shape;4103;p224"/>
          <p:cNvGrpSpPr/>
          <p:nvPr/>
        </p:nvGrpSpPr>
        <p:grpSpPr>
          <a:xfrm>
            <a:off x="7594627" y="-48"/>
            <a:ext cx="1559299" cy="5143534"/>
            <a:chOff x="-14073" y="-48"/>
            <a:chExt cx="1559299" cy="5143534"/>
          </a:xfrm>
        </p:grpSpPr>
        <p:sp>
          <p:nvSpPr>
            <p:cNvPr id="4104" name="Google Shape;4104;p224"/>
            <p:cNvSpPr/>
            <p:nvPr/>
          </p:nvSpPr>
          <p:spPr>
            <a:xfrm rot="5400000">
              <a:off x="-8135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224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224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224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224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224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224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224"/>
            <p:cNvSpPr/>
            <p:nvPr/>
          </p:nvSpPr>
          <p:spPr>
            <a:xfrm rot="5400000">
              <a:off x="-1407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224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224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14" name="Google Shape;4114;p224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4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Google Shape;4116;p2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117" name="Google Shape;4117;p225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4118" name="Google Shape;4118;p225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9" name="Google Shape;4119;p225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4120" name="Google Shape;4120;p225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225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225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225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24" name="Google Shape;4124;p225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">
    <p:spTree>
      <p:nvGrpSpPr>
        <p:cNvPr id="1" name="Shape 4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" name="Google Shape;4126;p2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127" name="Google Shape;4127;p226"/>
          <p:cNvGrpSpPr/>
          <p:nvPr/>
        </p:nvGrpSpPr>
        <p:grpSpPr>
          <a:xfrm>
            <a:off x="7670071" y="0"/>
            <a:ext cx="1473929" cy="5143556"/>
            <a:chOff x="7670071" y="0"/>
            <a:chExt cx="1473929" cy="5143556"/>
          </a:xfrm>
        </p:grpSpPr>
        <p:sp>
          <p:nvSpPr>
            <p:cNvPr id="4128" name="Google Shape;4128;p226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5"/>
                  </a:lnTo>
                  <a:lnTo>
                    <a:pt x="58405" y="524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226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58405" y="52445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226"/>
            <p:cNvSpPr/>
            <p:nvPr/>
          </p:nvSpPr>
          <p:spPr>
            <a:xfrm flipH="1">
              <a:off x="7971900" y="216850"/>
              <a:ext cx="877425" cy="877425"/>
            </a:xfrm>
            <a:custGeom>
              <a:avLst/>
              <a:gdLst/>
              <a:ahLst/>
              <a:cxnLst/>
              <a:rect l="l" t="t" r="r" b="b"/>
              <a:pathLst>
                <a:path w="35097" h="35097" extrusionOk="0">
                  <a:moveTo>
                    <a:pt x="31227" y="10543"/>
                  </a:moveTo>
                  <a:cubicBezTo>
                    <a:pt x="35097" y="18105"/>
                    <a:pt x="32117" y="27357"/>
                    <a:pt x="24555" y="31227"/>
                  </a:cubicBezTo>
                  <a:cubicBezTo>
                    <a:pt x="16993" y="35097"/>
                    <a:pt x="7741" y="32116"/>
                    <a:pt x="3871" y="24555"/>
                  </a:cubicBezTo>
                  <a:cubicBezTo>
                    <a:pt x="1" y="16993"/>
                    <a:pt x="2981" y="7741"/>
                    <a:pt x="10543" y="3871"/>
                  </a:cubicBezTo>
                  <a:cubicBezTo>
                    <a:pt x="18105" y="1"/>
                    <a:pt x="27357" y="2981"/>
                    <a:pt x="31227" y="105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226"/>
            <p:cNvSpPr/>
            <p:nvPr/>
          </p:nvSpPr>
          <p:spPr>
            <a:xfrm flipH="1">
              <a:off x="7902950" y="271350"/>
              <a:ext cx="794025" cy="640550"/>
            </a:xfrm>
            <a:custGeom>
              <a:avLst/>
              <a:gdLst/>
              <a:ahLst/>
              <a:cxnLst/>
              <a:rect l="l" t="t" r="r" b="b"/>
              <a:pathLst>
                <a:path w="31761" h="25622" extrusionOk="0">
                  <a:moveTo>
                    <a:pt x="11433" y="0"/>
                  </a:moveTo>
                  <a:cubicBezTo>
                    <a:pt x="7073" y="0"/>
                    <a:pt x="2937" y="1824"/>
                    <a:pt x="1" y="5116"/>
                  </a:cubicBezTo>
                  <a:lnTo>
                    <a:pt x="22909" y="25622"/>
                  </a:lnTo>
                  <a:cubicBezTo>
                    <a:pt x="31761" y="15747"/>
                    <a:pt x="24733" y="0"/>
                    <a:pt x="11433" y="0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226"/>
            <p:cNvSpPr/>
            <p:nvPr/>
          </p:nvSpPr>
          <p:spPr>
            <a:xfrm flipH="1">
              <a:off x="7760249" y="1311100"/>
              <a:ext cx="1380426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58405" y="52444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226"/>
            <p:cNvSpPr/>
            <p:nvPr/>
          </p:nvSpPr>
          <p:spPr>
            <a:xfrm flipH="1">
              <a:off x="8411150" y="1311100"/>
              <a:ext cx="729525" cy="1311125"/>
            </a:xfrm>
            <a:custGeom>
              <a:avLst/>
              <a:gdLst/>
              <a:ahLst/>
              <a:cxnLst/>
              <a:rect l="l" t="t" r="r" b="b"/>
              <a:pathLst>
                <a:path w="29181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29181" y="524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226"/>
            <p:cNvSpPr/>
            <p:nvPr/>
          </p:nvSpPr>
          <p:spPr>
            <a:xfrm flipH="1">
              <a:off x="7680525" y="1311100"/>
              <a:ext cx="730650" cy="1311125"/>
            </a:xfrm>
            <a:custGeom>
              <a:avLst/>
              <a:gdLst/>
              <a:ahLst/>
              <a:cxnLst/>
              <a:rect l="l" t="t" r="r" b="b"/>
              <a:pathLst>
                <a:path w="29226" h="52445" extrusionOk="0">
                  <a:moveTo>
                    <a:pt x="1" y="52444"/>
                  </a:moveTo>
                  <a:lnTo>
                    <a:pt x="29225" y="1"/>
                  </a:lnTo>
                  <a:lnTo>
                    <a:pt x="29225" y="5244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226"/>
            <p:cNvSpPr/>
            <p:nvPr/>
          </p:nvSpPr>
          <p:spPr>
            <a:xfrm flipH="1">
              <a:off x="8719175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226"/>
            <p:cNvSpPr/>
            <p:nvPr/>
          </p:nvSpPr>
          <p:spPr>
            <a:xfrm flipH="1">
              <a:off x="7670071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6859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6859" y="1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226"/>
            <p:cNvSpPr/>
            <p:nvPr/>
          </p:nvSpPr>
          <p:spPr>
            <a:xfrm flipH="1">
              <a:off x="7680525" y="1311100"/>
              <a:ext cx="1460150" cy="757325"/>
            </a:xfrm>
            <a:custGeom>
              <a:avLst/>
              <a:gdLst/>
              <a:ahLst/>
              <a:cxnLst/>
              <a:rect l="l" t="t" r="r" b="b"/>
              <a:pathLst>
                <a:path w="58406" h="30293" extrusionOk="0">
                  <a:moveTo>
                    <a:pt x="1" y="1"/>
                  </a:moveTo>
                  <a:lnTo>
                    <a:pt x="16859" y="30292"/>
                  </a:lnTo>
                  <a:lnTo>
                    <a:pt x="41547" y="30292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226"/>
            <p:cNvSpPr/>
            <p:nvPr/>
          </p:nvSpPr>
          <p:spPr>
            <a:xfrm flipH="1">
              <a:off x="7684348" y="2623385"/>
              <a:ext cx="1459104" cy="1316675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226"/>
            <p:cNvSpPr/>
            <p:nvPr/>
          </p:nvSpPr>
          <p:spPr>
            <a:xfrm flipH="1">
              <a:off x="7683801" y="2623385"/>
              <a:ext cx="1460199" cy="1316675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226"/>
            <p:cNvSpPr/>
            <p:nvPr/>
          </p:nvSpPr>
          <p:spPr>
            <a:xfrm flipH="1">
              <a:off x="7673375" y="3320635"/>
              <a:ext cx="616638" cy="619425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41" name="Google Shape;4141;p226"/>
            <p:cNvGrpSpPr/>
            <p:nvPr/>
          </p:nvGrpSpPr>
          <p:grpSpPr>
            <a:xfrm flipH="1">
              <a:off x="7680608" y="3940050"/>
              <a:ext cx="1463392" cy="1203506"/>
              <a:chOff x="573525" y="4012581"/>
              <a:chExt cx="1463392" cy="1203506"/>
            </a:xfrm>
          </p:grpSpPr>
          <p:sp>
            <p:nvSpPr>
              <p:cNvPr id="4142" name="Google Shape;4142;p226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226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44" name="Google Shape;4144;p226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2_1_1">
    <p:spTree>
      <p:nvGrpSpPr>
        <p:cNvPr id="1" name="Shape 4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6" name="Google Shape;4146;p2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147" name="Google Shape;4147;p227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4148" name="Google Shape;4148;p227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227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227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227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227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227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227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227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227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227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227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227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227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227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227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227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227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65" name="Google Shape;4165;p227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2_1_1_1">
    <p:spTree>
      <p:nvGrpSpPr>
        <p:cNvPr id="1" name="Shape 4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" name="Google Shape;4167;p228"/>
          <p:cNvSpPr txBox="1">
            <a:spLocks noGrp="1"/>
          </p:cNvSpPr>
          <p:nvPr>
            <p:ph type="title"/>
          </p:nvPr>
        </p:nvSpPr>
        <p:spPr>
          <a:xfrm>
            <a:off x="1530300" y="445025"/>
            <a:ext cx="6893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168" name="Google Shape;4168;p228"/>
          <p:cNvGrpSpPr/>
          <p:nvPr/>
        </p:nvGrpSpPr>
        <p:grpSpPr>
          <a:xfrm rot="-5400000">
            <a:off x="-2053228" y="2043293"/>
            <a:ext cx="5173395" cy="1066931"/>
            <a:chOff x="3970605" y="1540"/>
            <a:chExt cx="5173395" cy="1066931"/>
          </a:xfrm>
        </p:grpSpPr>
        <p:sp>
          <p:nvSpPr>
            <p:cNvPr id="4169" name="Google Shape;4169;p228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70" name="Google Shape;4170;p228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4171" name="Google Shape;4171;p228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228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228"/>
              <p:cNvSpPr/>
              <p:nvPr/>
            </p:nvSpPr>
            <p:spPr>
              <a:xfrm rot="10800000"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228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75" name="Google Shape;4175;p228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2_1_1_1_1">
    <p:spTree>
      <p:nvGrpSpPr>
        <p:cNvPr id="1" name="Shape 4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" name="Google Shape;4177;p229"/>
          <p:cNvSpPr txBox="1">
            <a:spLocks noGrp="1"/>
          </p:cNvSpPr>
          <p:nvPr>
            <p:ph type="title"/>
          </p:nvPr>
        </p:nvSpPr>
        <p:spPr>
          <a:xfrm>
            <a:off x="1757375" y="445025"/>
            <a:ext cx="6666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178" name="Google Shape;4178;p229"/>
          <p:cNvGrpSpPr/>
          <p:nvPr/>
        </p:nvGrpSpPr>
        <p:grpSpPr>
          <a:xfrm flipH="1">
            <a:off x="-16637" y="0"/>
            <a:ext cx="1463475" cy="5143556"/>
            <a:chOff x="7680525" y="0"/>
            <a:chExt cx="1463475" cy="5143556"/>
          </a:xfrm>
        </p:grpSpPr>
        <p:grpSp>
          <p:nvGrpSpPr>
            <p:cNvPr id="4179" name="Google Shape;4179;p229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4180" name="Google Shape;4180;p229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229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229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229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229"/>
              <p:cNvSpPr/>
              <p:nvPr/>
            </p:nvSpPr>
            <p:spPr>
              <a:xfrm>
                <a:off x="4025675" y="1517100"/>
                <a:ext cx="1459128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229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229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229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229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229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229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229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229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3" name="Google Shape;4193;p229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4194" name="Google Shape;4194;p229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229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96" name="Google Shape;4196;p229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2_1_1_1_1_1">
    <p:spTree>
      <p:nvGrpSpPr>
        <p:cNvPr id="1" name="Shape 4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" name="Google Shape;4198;p230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199" name="Google Shape;4199;p230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4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1" name="Google Shape;4201;p231"/>
          <p:cNvSpPr txBox="1">
            <a:spLocks noGrp="1"/>
          </p:cNvSpPr>
          <p:nvPr>
            <p:ph type="title"/>
          </p:nvPr>
        </p:nvSpPr>
        <p:spPr>
          <a:xfrm>
            <a:off x="2614075" y="308745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202" name="Google Shape;4202;p231"/>
          <p:cNvSpPr txBox="1">
            <a:spLocks noGrp="1"/>
          </p:cNvSpPr>
          <p:nvPr>
            <p:ph type="subTitle" idx="1"/>
          </p:nvPr>
        </p:nvSpPr>
        <p:spPr>
          <a:xfrm>
            <a:off x="2614075" y="1524150"/>
            <a:ext cx="5790300" cy="15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203" name="Google Shape;4203;p231"/>
          <p:cNvSpPr/>
          <p:nvPr/>
        </p:nvSpPr>
        <p:spPr>
          <a:xfrm rot="-5400000">
            <a:off x="-91280" y="3516910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0" y="0"/>
                </a:moveTo>
                <a:lnTo>
                  <a:pt x="58627" y="0"/>
                </a:lnTo>
                <a:lnTo>
                  <a:pt x="58627" y="52666"/>
                </a:lnTo>
                <a:lnTo>
                  <a:pt x="0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4" name="Google Shape;4204;p231"/>
          <p:cNvSpPr/>
          <p:nvPr/>
        </p:nvSpPr>
        <p:spPr>
          <a:xfrm rot="-5400000">
            <a:off x="-91923" y="3516267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58672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5" name="Google Shape;4205;p231"/>
          <p:cNvSpPr/>
          <p:nvPr/>
        </p:nvSpPr>
        <p:spPr>
          <a:xfrm rot="-5400000">
            <a:off x="-91280" y="1801991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1" y="0"/>
                </a:moveTo>
                <a:lnTo>
                  <a:pt x="1" y="52666"/>
                </a:lnTo>
                <a:lnTo>
                  <a:pt x="58627" y="52666"/>
                </a:lnTo>
                <a:lnTo>
                  <a:pt x="5862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6" name="Google Shape;4206;p231"/>
          <p:cNvSpPr/>
          <p:nvPr/>
        </p:nvSpPr>
        <p:spPr>
          <a:xfrm rot="-5400000">
            <a:off x="83587" y="1889758"/>
            <a:ext cx="1362644" cy="1363930"/>
          </a:xfrm>
          <a:custGeom>
            <a:avLst/>
            <a:gdLst/>
            <a:ahLst/>
            <a:cxnLst/>
            <a:rect l="l" t="t" r="r" b="b"/>
            <a:pathLst>
              <a:path w="46618" h="46662" extrusionOk="0">
                <a:moveTo>
                  <a:pt x="28914" y="3114"/>
                </a:moveTo>
                <a:cubicBezTo>
                  <a:pt x="40079" y="6184"/>
                  <a:pt x="46617" y="17749"/>
                  <a:pt x="43504" y="28958"/>
                </a:cubicBezTo>
                <a:cubicBezTo>
                  <a:pt x="40434" y="40123"/>
                  <a:pt x="28869" y="46662"/>
                  <a:pt x="17704" y="43548"/>
                </a:cubicBezTo>
                <a:cubicBezTo>
                  <a:pt x="6539" y="40479"/>
                  <a:pt x="1" y="28914"/>
                  <a:pt x="3070" y="17749"/>
                </a:cubicBezTo>
                <a:cubicBezTo>
                  <a:pt x="6184" y="6584"/>
                  <a:pt x="17749" y="1"/>
                  <a:pt x="28914" y="3114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7" name="Google Shape;4207;p231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8" name="Google Shape;4208;p231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0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9" name="Google Shape;4209;p231"/>
          <p:cNvSpPr/>
          <p:nvPr/>
        </p:nvSpPr>
        <p:spPr>
          <a:xfrm rot="-5400000">
            <a:off x="332160" y="1368624"/>
            <a:ext cx="856848" cy="1539456"/>
          </a:xfrm>
          <a:custGeom>
            <a:avLst/>
            <a:gdLst/>
            <a:ahLst/>
            <a:cxnLst/>
            <a:rect l="l" t="t" r="r" b="b"/>
            <a:pathLst>
              <a:path w="29314" h="52667" extrusionOk="0">
                <a:moveTo>
                  <a:pt x="29313" y="0"/>
                </a:moveTo>
                <a:lnTo>
                  <a:pt x="0" y="26333"/>
                </a:lnTo>
                <a:lnTo>
                  <a:pt x="29313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0" name="Google Shape;4210;p231"/>
          <p:cNvSpPr/>
          <p:nvPr/>
        </p:nvSpPr>
        <p:spPr>
          <a:xfrm rot="-5400000">
            <a:off x="821503" y="3428524"/>
            <a:ext cx="724232" cy="724232"/>
          </a:xfrm>
          <a:custGeom>
            <a:avLst/>
            <a:gdLst/>
            <a:ahLst/>
            <a:cxnLst/>
            <a:rect l="l" t="t" r="r" b="b"/>
            <a:pathLst>
              <a:path w="24777" h="24777" extrusionOk="0">
                <a:moveTo>
                  <a:pt x="24777" y="0"/>
                </a:moveTo>
                <a:cubicBezTo>
                  <a:pt x="11076" y="0"/>
                  <a:pt x="0" y="11076"/>
                  <a:pt x="0" y="24776"/>
                </a:cubicBezTo>
                <a:lnTo>
                  <a:pt x="24777" y="24776"/>
                </a:lnTo>
                <a:lnTo>
                  <a:pt x="2477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1" name="Google Shape;4211;p231"/>
          <p:cNvSpPr/>
          <p:nvPr/>
        </p:nvSpPr>
        <p:spPr>
          <a:xfrm rot="-5400000">
            <a:off x="374185" y="507044"/>
            <a:ext cx="781435" cy="700818"/>
          </a:xfrm>
          <a:custGeom>
            <a:avLst/>
            <a:gdLst/>
            <a:ahLst/>
            <a:cxnLst/>
            <a:rect l="l" t="t" r="r" b="b"/>
            <a:pathLst>
              <a:path w="26734" h="23976" extrusionOk="0">
                <a:moveTo>
                  <a:pt x="0" y="0"/>
                </a:moveTo>
                <a:lnTo>
                  <a:pt x="26734" y="0"/>
                </a:lnTo>
                <a:lnTo>
                  <a:pt x="26734" y="23976"/>
                </a:lnTo>
                <a:lnTo>
                  <a:pt x="0" y="2397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2" name="Google Shape;4212;p231"/>
          <p:cNvSpPr/>
          <p:nvPr/>
        </p:nvSpPr>
        <p:spPr>
          <a:xfrm rot="-5400000">
            <a:off x="332145" y="2231917"/>
            <a:ext cx="856877" cy="1539456"/>
          </a:xfrm>
          <a:custGeom>
            <a:avLst/>
            <a:gdLst/>
            <a:ahLst/>
            <a:cxnLst/>
            <a:rect l="l" t="t" r="r" b="b"/>
            <a:pathLst>
              <a:path w="29315" h="52667" extrusionOk="0">
                <a:moveTo>
                  <a:pt x="1" y="0"/>
                </a:moveTo>
                <a:lnTo>
                  <a:pt x="1" y="52666"/>
                </a:lnTo>
                <a:lnTo>
                  <a:pt x="29314" y="26333"/>
                </a:lnTo>
                <a:lnTo>
                  <a:pt x="1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3" name="Google Shape;4213;p231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4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5" name="Google Shape;4215;p232"/>
          <p:cNvSpPr txBox="1">
            <a:spLocks noGrp="1"/>
          </p:cNvSpPr>
          <p:nvPr>
            <p:ph type="subTitle" idx="1"/>
          </p:nvPr>
        </p:nvSpPr>
        <p:spPr>
          <a:xfrm>
            <a:off x="720000" y="2647200"/>
            <a:ext cx="2907600" cy="10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16" name="Google Shape;4216;p232"/>
          <p:cNvSpPr txBox="1">
            <a:spLocks noGrp="1"/>
          </p:cNvSpPr>
          <p:nvPr>
            <p:ph type="title"/>
          </p:nvPr>
        </p:nvSpPr>
        <p:spPr>
          <a:xfrm>
            <a:off x="720000" y="2116888"/>
            <a:ext cx="326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217" name="Google Shape;4217;p232"/>
          <p:cNvGrpSpPr/>
          <p:nvPr/>
        </p:nvGrpSpPr>
        <p:grpSpPr>
          <a:xfrm rot="10800000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4218" name="Google Shape;4218;p232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4219" name="Google Shape;4219;p232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0" name="Google Shape;4220;p232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1" name="Google Shape;4221;p232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2" name="Google Shape;4222;p232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3" name="Google Shape;4223;p232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4" name="Google Shape;4224;p232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5" name="Google Shape;4225;p232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232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232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8" name="Google Shape;4228;p232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9" name="Google Shape;4229;p232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0" name="Google Shape;4230;p232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1" name="Google Shape;4231;p232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232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33" name="Google Shape;4233;p232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34" name="Google Shape;4234;p232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4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6" name="Google Shape;4236;p233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4237" name="Google Shape;4237;p233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233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233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233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233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233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233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233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233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233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233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233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233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233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233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233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233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54" name="Google Shape;4254;p233"/>
          <p:cNvSpPr txBox="1">
            <a:spLocks noGrp="1"/>
          </p:cNvSpPr>
          <p:nvPr>
            <p:ph type="subTitle" idx="1"/>
          </p:nvPr>
        </p:nvSpPr>
        <p:spPr>
          <a:xfrm>
            <a:off x="720000" y="1182900"/>
            <a:ext cx="6578100" cy="33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55" name="Google Shape;4255;p2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578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256" name="Google Shape;4256;p233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8" name="Google Shape;4258;p234"/>
          <p:cNvSpPr txBox="1">
            <a:spLocks noGrp="1"/>
          </p:cNvSpPr>
          <p:nvPr>
            <p:ph type="subTitle" idx="1"/>
          </p:nvPr>
        </p:nvSpPr>
        <p:spPr>
          <a:xfrm>
            <a:off x="719988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59" name="Google Shape;4259;p234"/>
          <p:cNvSpPr txBox="1">
            <a:spLocks noGrp="1"/>
          </p:cNvSpPr>
          <p:nvPr>
            <p:ph type="subTitle" idx="2"/>
          </p:nvPr>
        </p:nvSpPr>
        <p:spPr>
          <a:xfrm>
            <a:off x="4374813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60" name="Google Shape;4260;p234"/>
          <p:cNvSpPr txBox="1">
            <a:spLocks noGrp="1"/>
          </p:cNvSpPr>
          <p:nvPr>
            <p:ph type="subTitle" idx="3"/>
          </p:nvPr>
        </p:nvSpPr>
        <p:spPr>
          <a:xfrm>
            <a:off x="719988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1" name="Google Shape;4261;p234"/>
          <p:cNvSpPr txBox="1">
            <a:spLocks noGrp="1"/>
          </p:cNvSpPr>
          <p:nvPr>
            <p:ph type="subTitle" idx="4"/>
          </p:nvPr>
        </p:nvSpPr>
        <p:spPr>
          <a:xfrm>
            <a:off x="4374813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2" name="Google Shape;4262;p2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263" name="Google Shape;4263;p234"/>
          <p:cNvGrpSpPr/>
          <p:nvPr/>
        </p:nvGrpSpPr>
        <p:grpSpPr>
          <a:xfrm flipH="1">
            <a:off x="7601662" y="-8302"/>
            <a:ext cx="1542338" cy="5160073"/>
            <a:chOff x="7610237" y="2627"/>
            <a:chExt cx="1542338" cy="5160073"/>
          </a:xfrm>
        </p:grpSpPr>
        <p:sp>
          <p:nvSpPr>
            <p:cNvPr id="4264" name="Google Shape;4264;p234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234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234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234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234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234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234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234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234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234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234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234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234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234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234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234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234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81" name="Google Shape;4281;p234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4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3" name="Google Shape;4283;p235"/>
          <p:cNvSpPr txBox="1">
            <a:spLocks noGrp="1"/>
          </p:cNvSpPr>
          <p:nvPr>
            <p:ph type="subTitle" idx="1"/>
          </p:nvPr>
        </p:nvSpPr>
        <p:spPr>
          <a:xfrm>
            <a:off x="1703000" y="11865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84" name="Google Shape;4284;p235"/>
          <p:cNvSpPr txBox="1">
            <a:spLocks noGrp="1"/>
          </p:cNvSpPr>
          <p:nvPr>
            <p:ph type="subTitle" idx="2"/>
          </p:nvPr>
        </p:nvSpPr>
        <p:spPr>
          <a:xfrm>
            <a:off x="1703000" y="16319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85" name="Google Shape;4285;p235"/>
          <p:cNvSpPr txBox="1">
            <a:spLocks noGrp="1"/>
          </p:cNvSpPr>
          <p:nvPr>
            <p:ph type="subTitle" idx="3"/>
          </p:nvPr>
        </p:nvSpPr>
        <p:spPr>
          <a:xfrm>
            <a:off x="1703000" y="27403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86" name="Google Shape;4286;p235"/>
          <p:cNvSpPr txBox="1">
            <a:spLocks noGrp="1"/>
          </p:cNvSpPr>
          <p:nvPr>
            <p:ph type="subTitle" idx="4"/>
          </p:nvPr>
        </p:nvSpPr>
        <p:spPr>
          <a:xfrm>
            <a:off x="1703000" y="38487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87" name="Google Shape;4287;p2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288" name="Google Shape;4288;p235"/>
          <p:cNvSpPr txBox="1">
            <a:spLocks noGrp="1"/>
          </p:cNvSpPr>
          <p:nvPr>
            <p:ph type="subTitle" idx="5"/>
          </p:nvPr>
        </p:nvSpPr>
        <p:spPr>
          <a:xfrm>
            <a:off x="1703000" y="22949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89" name="Google Shape;4289;p235"/>
          <p:cNvSpPr txBox="1">
            <a:spLocks noGrp="1"/>
          </p:cNvSpPr>
          <p:nvPr>
            <p:ph type="subTitle" idx="6"/>
          </p:nvPr>
        </p:nvSpPr>
        <p:spPr>
          <a:xfrm>
            <a:off x="1703000" y="34033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290" name="Google Shape;4290;p235"/>
          <p:cNvGrpSpPr/>
          <p:nvPr/>
        </p:nvGrpSpPr>
        <p:grpSpPr>
          <a:xfrm rot="10800000"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4291" name="Google Shape;4291;p235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235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235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235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235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235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235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235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235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235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235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235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235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235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235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235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235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08" name="Google Shape;4308;p235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4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0" name="Google Shape;4310;p236"/>
          <p:cNvSpPr txBox="1">
            <a:spLocks noGrp="1"/>
          </p:cNvSpPr>
          <p:nvPr>
            <p:ph type="subTitle" idx="1"/>
          </p:nvPr>
        </p:nvSpPr>
        <p:spPr>
          <a:xfrm>
            <a:off x="1523550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11" name="Google Shape;4311;p236"/>
          <p:cNvSpPr txBox="1">
            <a:spLocks noGrp="1"/>
          </p:cNvSpPr>
          <p:nvPr>
            <p:ph type="subTitle" idx="2"/>
          </p:nvPr>
        </p:nvSpPr>
        <p:spPr>
          <a:xfrm>
            <a:off x="15235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2" name="Google Shape;4312;p236"/>
          <p:cNvSpPr txBox="1">
            <a:spLocks noGrp="1"/>
          </p:cNvSpPr>
          <p:nvPr>
            <p:ph type="subTitle" idx="3"/>
          </p:nvPr>
        </p:nvSpPr>
        <p:spPr>
          <a:xfrm>
            <a:off x="49280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3" name="Google Shape;4313;p236"/>
          <p:cNvSpPr txBox="1">
            <a:spLocks noGrp="1"/>
          </p:cNvSpPr>
          <p:nvPr>
            <p:ph type="subTitle" idx="4"/>
          </p:nvPr>
        </p:nvSpPr>
        <p:spPr>
          <a:xfrm>
            <a:off x="15235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4" name="Google Shape;4314;p236"/>
          <p:cNvSpPr txBox="1">
            <a:spLocks noGrp="1"/>
          </p:cNvSpPr>
          <p:nvPr>
            <p:ph type="subTitle" idx="5"/>
          </p:nvPr>
        </p:nvSpPr>
        <p:spPr>
          <a:xfrm>
            <a:off x="49280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5" name="Google Shape;4315;p2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316" name="Google Shape;4316;p236"/>
          <p:cNvSpPr txBox="1">
            <a:spLocks noGrp="1"/>
          </p:cNvSpPr>
          <p:nvPr>
            <p:ph type="subTitle" idx="6"/>
          </p:nvPr>
        </p:nvSpPr>
        <p:spPr>
          <a:xfrm>
            <a:off x="1523550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17" name="Google Shape;4317;p236"/>
          <p:cNvSpPr txBox="1">
            <a:spLocks noGrp="1"/>
          </p:cNvSpPr>
          <p:nvPr>
            <p:ph type="subTitle" idx="7"/>
          </p:nvPr>
        </p:nvSpPr>
        <p:spPr>
          <a:xfrm>
            <a:off x="4928048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18" name="Google Shape;4318;p236"/>
          <p:cNvSpPr txBox="1">
            <a:spLocks noGrp="1"/>
          </p:cNvSpPr>
          <p:nvPr>
            <p:ph type="subTitle" idx="8"/>
          </p:nvPr>
        </p:nvSpPr>
        <p:spPr>
          <a:xfrm>
            <a:off x="4928048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319" name="Google Shape;4319;p236"/>
          <p:cNvGrpSpPr/>
          <p:nvPr/>
        </p:nvGrpSpPr>
        <p:grpSpPr>
          <a:xfrm>
            <a:off x="7680525" y="0"/>
            <a:ext cx="1463475" cy="5143556"/>
            <a:chOff x="7680525" y="0"/>
            <a:chExt cx="1463475" cy="5143556"/>
          </a:xfrm>
        </p:grpSpPr>
        <p:grpSp>
          <p:nvGrpSpPr>
            <p:cNvPr id="4320" name="Google Shape;4320;p236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4321" name="Google Shape;4321;p236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236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3" name="Google Shape;4323;p236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4" name="Google Shape;4324;p236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236"/>
              <p:cNvSpPr/>
              <p:nvPr/>
            </p:nvSpPr>
            <p:spPr>
              <a:xfrm>
                <a:off x="4025675" y="15171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236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236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236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236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236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236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236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236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4" name="Google Shape;4334;p236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4335" name="Google Shape;4335;p236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236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337" name="Google Shape;4337;p236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4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9" name="Google Shape;4339;p237"/>
          <p:cNvSpPr txBox="1">
            <a:spLocks noGrp="1"/>
          </p:cNvSpPr>
          <p:nvPr>
            <p:ph type="subTitle" idx="1"/>
          </p:nvPr>
        </p:nvSpPr>
        <p:spPr>
          <a:xfrm>
            <a:off x="720000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40" name="Google Shape;4340;p237"/>
          <p:cNvSpPr txBox="1">
            <a:spLocks noGrp="1"/>
          </p:cNvSpPr>
          <p:nvPr>
            <p:ph type="subTitle" idx="2"/>
          </p:nvPr>
        </p:nvSpPr>
        <p:spPr>
          <a:xfrm>
            <a:off x="7200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1" name="Google Shape;4341;p237"/>
          <p:cNvSpPr txBox="1">
            <a:spLocks noGrp="1"/>
          </p:cNvSpPr>
          <p:nvPr>
            <p:ph type="subTitle" idx="3"/>
          </p:nvPr>
        </p:nvSpPr>
        <p:spPr>
          <a:xfrm>
            <a:off x="41245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2" name="Google Shape;4342;p237"/>
          <p:cNvSpPr txBox="1">
            <a:spLocks noGrp="1"/>
          </p:cNvSpPr>
          <p:nvPr>
            <p:ph type="subTitle" idx="4"/>
          </p:nvPr>
        </p:nvSpPr>
        <p:spPr>
          <a:xfrm>
            <a:off x="7200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3" name="Google Shape;4343;p237"/>
          <p:cNvSpPr txBox="1">
            <a:spLocks noGrp="1"/>
          </p:cNvSpPr>
          <p:nvPr>
            <p:ph type="subTitle" idx="5"/>
          </p:nvPr>
        </p:nvSpPr>
        <p:spPr>
          <a:xfrm>
            <a:off x="41245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4" name="Google Shape;4344;p2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345" name="Google Shape;4345;p237"/>
          <p:cNvSpPr txBox="1">
            <a:spLocks noGrp="1"/>
          </p:cNvSpPr>
          <p:nvPr>
            <p:ph type="subTitle" idx="6"/>
          </p:nvPr>
        </p:nvSpPr>
        <p:spPr>
          <a:xfrm>
            <a:off x="720000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46" name="Google Shape;4346;p237"/>
          <p:cNvSpPr txBox="1">
            <a:spLocks noGrp="1"/>
          </p:cNvSpPr>
          <p:nvPr>
            <p:ph type="subTitle" idx="7"/>
          </p:nvPr>
        </p:nvSpPr>
        <p:spPr>
          <a:xfrm>
            <a:off x="4124498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47" name="Google Shape;4347;p237"/>
          <p:cNvSpPr txBox="1">
            <a:spLocks noGrp="1"/>
          </p:cNvSpPr>
          <p:nvPr>
            <p:ph type="subTitle" idx="8"/>
          </p:nvPr>
        </p:nvSpPr>
        <p:spPr>
          <a:xfrm>
            <a:off x="4124498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348" name="Google Shape;4348;p237"/>
          <p:cNvGrpSpPr/>
          <p:nvPr/>
        </p:nvGrpSpPr>
        <p:grpSpPr>
          <a:xfrm flipH="1">
            <a:off x="7604540" y="-48"/>
            <a:ext cx="1539456" cy="5143534"/>
            <a:chOff x="-4160" y="-48"/>
            <a:chExt cx="1539456" cy="5143534"/>
          </a:xfrm>
        </p:grpSpPr>
        <p:sp>
          <p:nvSpPr>
            <p:cNvPr id="4349" name="Google Shape;4349;p237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237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237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237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237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237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237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237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237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237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59" name="Google Shape;4359;p237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4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1" name="Google Shape;4361;p2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362" name="Google Shape;4362;p238"/>
          <p:cNvSpPr txBox="1">
            <a:spLocks noGrp="1"/>
          </p:cNvSpPr>
          <p:nvPr>
            <p:ph type="subTitle" idx="1"/>
          </p:nvPr>
        </p:nvSpPr>
        <p:spPr>
          <a:xfrm>
            <a:off x="897848" y="2299001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3" name="Google Shape;4363;p238"/>
          <p:cNvSpPr txBox="1">
            <a:spLocks noGrp="1"/>
          </p:cNvSpPr>
          <p:nvPr>
            <p:ph type="subTitle" idx="2"/>
          </p:nvPr>
        </p:nvSpPr>
        <p:spPr>
          <a:xfrm>
            <a:off x="2965075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4" name="Google Shape;4364;p238"/>
          <p:cNvSpPr txBox="1">
            <a:spLocks noGrp="1"/>
          </p:cNvSpPr>
          <p:nvPr>
            <p:ph type="subTitle" idx="3"/>
          </p:nvPr>
        </p:nvSpPr>
        <p:spPr>
          <a:xfrm>
            <a:off x="5036500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5" name="Google Shape;4365;p238"/>
          <p:cNvSpPr txBox="1">
            <a:spLocks noGrp="1"/>
          </p:cNvSpPr>
          <p:nvPr>
            <p:ph type="subTitle" idx="4"/>
          </p:nvPr>
        </p:nvSpPr>
        <p:spPr>
          <a:xfrm>
            <a:off x="897848" y="4123692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6" name="Google Shape;4366;p238"/>
          <p:cNvSpPr txBox="1">
            <a:spLocks noGrp="1"/>
          </p:cNvSpPr>
          <p:nvPr>
            <p:ph type="subTitle" idx="5"/>
          </p:nvPr>
        </p:nvSpPr>
        <p:spPr>
          <a:xfrm>
            <a:off x="2965075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7" name="Google Shape;4367;p238"/>
          <p:cNvSpPr txBox="1">
            <a:spLocks noGrp="1"/>
          </p:cNvSpPr>
          <p:nvPr>
            <p:ph type="subTitle" idx="6"/>
          </p:nvPr>
        </p:nvSpPr>
        <p:spPr>
          <a:xfrm>
            <a:off x="5036500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8" name="Google Shape;4368;p238"/>
          <p:cNvSpPr txBox="1">
            <a:spLocks noGrp="1"/>
          </p:cNvSpPr>
          <p:nvPr>
            <p:ph type="subTitle" idx="7"/>
          </p:nvPr>
        </p:nvSpPr>
        <p:spPr>
          <a:xfrm>
            <a:off x="893700" y="1863675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69" name="Google Shape;4369;p238"/>
          <p:cNvSpPr txBox="1">
            <a:spLocks noGrp="1"/>
          </p:cNvSpPr>
          <p:nvPr>
            <p:ph type="subTitle" idx="8"/>
          </p:nvPr>
        </p:nvSpPr>
        <p:spPr>
          <a:xfrm>
            <a:off x="2965075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70" name="Google Shape;4370;p238"/>
          <p:cNvSpPr txBox="1">
            <a:spLocks noGrp="1"/>
          </p:cNvSpPr>
          <p:nvPr>
            <p:ph type="subTitle" idx="9"/>
          </p:nvPr>
        </p:nvSpPr>
        <p:spPr>
          <a:xfrm>
            <a:off x="5040657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71" name="Google Shape;4371;p238"/>
          <p:cNvSpPr txBox="1">
            <a:spLocks noGrp="1"/>
          </p:cNvSpPr>
          <p:nvPr>
            <p:ph type="subTitle" idx="13"/>
          </p:nvPr>
        </p:nvSpPr>
        <p:spPr>
          <a:xfrm>
            <a:off x="893700" y="3683823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72" name="Google Shape;4372;p238"/>
          <p:cNvSpPr txBox="1">
            <a:spLocks noGrp="1"/>
          </p:cNvSpPr>
          <p:nvPr>
            <p:ph type="subTitle" idx="14"/>
          </p:nvPr>
        </p:nvSpPr>
        <p:spPr>
          <a:xfrm>
            <a:off x="2965075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73" name="Google Shape;4373;p238"/>
          <p:cNvSpPr txBox="1">
            <a:spLocks noGrp="1"/>
          </p:cNvSpPr>
          <p:nvPr>
            <p:ph type="subTitle" idx="15"/>
          </p:nvPr>
        </p:nvSpPr>
        <p:spPr>
          <a:xfrm>
            <a:off x="5040657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374" name="Google Shape;4374;p238"/>
          <p:cNvGrpSpPr/>
          <p:nvPr/>
        </p:nvGrpSpPr>
        <p:grpSpPr>
          <a:xfrm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4375" name="Google Shape;4375;p238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238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238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238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238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238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238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238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238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238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238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238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238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238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238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238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238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92" name="Google Shape;4392;p238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4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4" name="Google Shape;4394;p239"/>
          <p:cNvSpPr txBox="1">
            <a:spLocks noGrp="1"/>
          </p:cNvSpPr>
          <p:nvPr>
            <p:ph type="title" hasCustomPrompt="1"/>
          </p:nvPr>
        </p:nvSpPr>
        <p:spPr>
          <a:xfrm>
            <a:off x="92930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5" name="Google Shape;4395;p239"/>
          <p:cNvSpPr txBox="1">
            <a:spLocks noGrp="1"/>
          </p:cNvSpPr>
          <p:nvPr>
            <p:ph type="subTitle" idx="1"/>
          </p:nvPr>
        </p:nvSpPr>
        <p:spPr>
          <a:xfrm>
            <a:off x="72735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6" name="Google Shape;4396;p239"/>
          <p:cNvSpPr txBox="1">
            <a:spLocks noGrp="1"/>
          </p:cNvSpPr>
          <p:nvPr>
            <p:ph type="title" idx="2" hasCustomPrompt="1"/>
          </p:nvPr>
        </p:nvSpPr>
        <p:spPr>
          <a:xfrm>
            <a:off x="3721975" y="2137388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7" name="Google Shape;4397;p239"/>
          <p:cNvSpPr txBox="1">
            <a:spLocks noGrp="1"/>
          </p:cNvSpPr>
          <p:nvPr>
            <p:ph type="subTitle" idx="3"/>
          </p:nvPr>
        </p:nvSpPr>
        <p:spPr>
          <a:xfrm>
            <a:off x="3520025" y="3176463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8" name="Google Shape;4398;p239"/>
          <p:cNvSpPr txBox="1">
            <a:spLocks noGrp="1"/>
          </p:cNvSpPr>
          <p:nvPr>
            <p:ph type="title" idx="4" hasCustomPrompt="1"/>
          </p:nvPr>
        </p:nvSpPr>
        <p:spPr>
          <a:xfrm>
            <a:off x="651465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9" name="Google Shape;4399;p239"/>
          <p:cNvSpPr txBox="1">
            <a:spLocks noGrp="1"/>
          </p:cNvSpPr>
          <p:nvPr>
            <p:ph type="subTitle" idx="5"/>
          </p:nvPr>
        </p:nvSpPr>
        <p:spPr>
          <a:xfrm>
            <a:off x="631270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400" name="Google Shape;4400;p239"/>
          <p:cNvGrpSpPr/>
          <p:nvPr/>
        </p:nvGrpSpPr>
        <p:grpSpPr>
          <a:xfrm rot="10800000"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4401" name="Google Shape;4401;p239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4402" name="Google Shape;4402;p239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3" name="Google Shape;4403;p239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4" name="Google Shape;4404;p239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5" name="Google Shape;4405;p239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6" name="Google Shape;4406;p239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7" name="Google Shape;4407;p239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8" name="Google Shape;4408;p239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9" name="Google Shape;4409;p239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0" name="Google Shape;4410;p239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1" name="Google Shape;4411;p239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239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3" name="Google Shape;4413;p239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4" name="Google Shape;4414;p239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239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16" name="Google Shape;4416;p239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7" name="Google Shape;4417;p239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1" name="Shape 4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9" name="Google Shape;4419;p240"/>
          <p:cNvSpPr txBox="1">
            <a:spLocks noGrp="1"/>
          </p:cNvSpPr>
          <p:nvPr>
            <p:ph type="title" hasCustomPrompt="1"/>
          </p:nvPr>
        </p:nvSpPr>
        <p:spPr>
          <a:xfrm>
            <a:off x="3101163" y="1409791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20" name="Google Shape;4420;p240"/>
          <p:cNvSpPr txBox="1">
            <a:spLocks noGrp="1"/>
          </p:cNvSpPr>
          <p:nvPr>
            <p:ph type="subTitle" idx="1"/>
          </p:nvPr>
        </p:nvSpPr>
        <p:spPr>
          <a:xfrm>
            <a:off x="3101163" y="1930587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1" name="Google Shape;4421;p240"/>
          <p:cNvSpPr txBox="1">
            <a:spLocks noGrp="1"/>
          </p:cNvSpPr>
          <p:nvPr>
            <p:ph type="title" idx="2" hasCustomPrompt="1"/>
          </p:nvPr>
        </p:nvSpPr>
        <p:spPr>
          <a:xfrm>
            <a:off x="6312688" y="1409791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22" name="Google Shape;4422;p240"/>
          <p:cNvSpPr txBox="1">
            <a:spLocks noGrp="1"/>
          </p:cNvSpPr>
          <p:nvPr>
            <p:ph type="subTitle" idx="3"/>
          </p:nvPr>
        </p:nvSpPr>
        <p:spPr>
          <a:xfrm>
            <a:off x="6312688" y="1930579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3" name="Google Shape;4423;p240"/>
          <p:cNvSpPr txBox="1">
            <a:spLocks noGrp="1"/>
          </p:cNvSpPr>
          <p:nvPr>
            <p:ph type="title" idx="4" hasCustomPrompt="1"/>
          </p:nvPr>
        </p:nvSpPr>
        <p:spPr>
          <a:xfrm>
            <a:off x="3101163" y="3171014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24" name="Google Shape;4424;p240"/>
          <p:cNvSpPr txBox="1">
            <a:spLocks noGrp="1"/>
          </p:cNvSpPr>
          <p:nvPr>
            <p:ph type="subTitle" idx="5"/>
          </p:nvPr>
        </p:nvSpPr>
        <p:spPr>
          <a:xfrm>
            <a:off x="3101163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5" name="Google Shape;4425;p240"/>
          <p:cNvSpPr txBox="1">
            <a:spLocks noGrp="1"/>
          </p:cNvSpPr>
          <p:nvPr>
            <p:ph type="title" idx="6" hasCustomPrompt="1"/>
          </p:nvPr>
        </p:nvSpPr>
        <p:spPr>
          <a:xfrm>
            <a:off x="6312688" y="3171015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26" name="Google Shape;4426;p240"/>
          <p:cNvSpPr txBox="1">
            <a:spLocks noGrp="1"/>
          </p:cNvSpPr>
          <p:nvPr>
            <p:ph type="subTitle" idx="7"/>
          </p:nvPr>
        </p:nvSpPr>
        <p:spPr>
          <a:xfrm>
            <a:off x="6312688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7" name="Google Shape;4427;p240"/>
          <p:cNvSpPr txBox="1">
            <a:spLocks noGrp="1"/>
          </p:cNvSpPr>
          <p:nvPr>
            <p:ph type="title" idx="8"/>
          </p:nvPr>
        </p:nvSpPr>
        <p:spPr>
          <a:xfrm>
            <a:off x="1993125" y="445025"/>
            <a:ext cx="643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428" name="Google Shape;4428;p240"/>
          <p:cNvGrpSpPr/>
          <p:nvPr/>
        </p:nvGrpSpPr>
        <p:grpSpPr>
          <a:xfrm rot="10800000" flipH="1"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4429" name="Google Shape;4429;p240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240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240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240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240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240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240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240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240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240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39" name="Google Shape;4439;p240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4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1" name="Google Shape;4441;p241"/>
          <p:cNvSpPr txBox="1">
            <a:spLocks noGrp="1"/>
          </p:cNvSpPr>
          <p:nvPr>
            <p:ph type="ctrTitle"/>
          </p:nvPr>
        </p:nvSpPr>
        <p:spPr>
          <a:xfrm>
            <a:off x="3451975" y="998763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442" name="Google Shape;4442;p241"/>
          <p:cNvSpPr txBox="1">
            <a:spLocks noGrp="1"/>
          </p:cNvSpPr>
          <p:nvPr>
            <p:ph type="subTitle" idx="1"/>
          </p:nvPr>
        </p:nvSpPr>
        <p:spPr>
          <a:xfrm>
            <a:off x="3447100" y="1890621"/>
            <a:ext cx="4293900" cy="12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443" name="Google Shape;4443;p241"/>
          <p:cNvSpPr txBox="1"/>
          <p:nvPr/>
        </p:nvSpPr>
        <p:spPr>
          <a:xfrm>
            <a:off x="3451975" y="3689688"/>
            <a:ext cx="44382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and it includes icons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infographics &amp; images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4444" name="Google Shape;4444;p241"/>
          <p:cNvGrpSpPr/>
          <p:nvPr/>
        </p:nvGrpSpPr>
        <p:grpSpPr>
          <a:xfrm rot="10800000">
            <a:off x="-36910" y="-164"/>
            <a:ext cx="3086466" cy="5143851"/>
            <a:chOff x="-1" y="-164"/>
            <a:chExt cx="3086466" cy="5143851"/>
          </a:xfrm>
        </p:grpSpPr>
        <p:sp>
          <p:nvSpPr>
            <p:cNvPr id="4445" name="Google Shape;4445;p241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241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241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241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241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241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241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241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241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241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241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241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241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241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241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241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241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241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241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241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65" name="Google Shape;4465;p241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7" name="Google Shape;4467;p242"/>
          <p:cNvGrpSpPr/>
          <p:nvPr/>
        </p:nvGrpSpPr>
        <p:grpSpPr>
          <a:xfrm rot="10800000">
            <a:off x="-18207" y="-175"/>
            <a:ext cx="1145713" cy="5143862"/>
            <a:chOff x="1940752" y="-164"/>
            <a:chExt cx="1145713" cy="5143862"/>
          </a:xfrm>
        </p:grpSpPr>
        <p:sp>
          <p:nvSpPr>
            <p:cNvPr id="4468" name="Google Shape;4468;p242"/>
            <p:cNvSpPr/>
            <p:nvPr/>
          </p:nvSpPr>
          <p:spPr>
            <a:xfrm rot="-5400000">
              <a:off x="-59296" y="2005177"/>
              <a:ext cx="5143851" cy="1133189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242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242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242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242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242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242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242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242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77" name="Google Shape;4477;p242"/>
          <p:cNvGrpSpPr/>
          <p:nvPr/>
        </p:nvGrpSpPr>
        <p:grpSpPr>
          <a:xfrm rot="-5400000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4478" name="Google Shape;4478;p242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79" name="Google Shape;4479;p242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4480" name="Google Shape;4480;p242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1" name="Google Shape;4481;p242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2" name="Google Shape;4482;p242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3" name="Google Shape;4483;p242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5" name="Google Shape;4485;p243"/>
          <p:cNvGrpSpPr/>
          <p:nvPr/>
        </p:nvGrpSpPr>
        <p:grpSpPr>
          <a:xfrm flipH="1">
            <a:off x="-18663" y="4014980"/>
            <a:ext cx="9181330" cy="1149629"/>
            <a:chOff x="-17463" y="-1061"/>
            <a:chExt cx="9181330" cy="1149629"/>
          </a:xfrm>
        </p:grpSpPr>
        <p:grpSp>
          <p:nvGrpSpPr>
            <p:cNvPr id="4486" name="Google Shape;4486;p243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4487" name="Google Shape;4487;p243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8" name="Google Shape;4488;p243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9" name="Google Shape;4489;p243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0" name="Google Shape;4490;p243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1" name="Google Shape;4491;p243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2" name="Google Shape;4492;p243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3" name="Google Shape;4493;p243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4" name="Google Shape;4494;p243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5" name="Google Shape;4495;p243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6" name="Google Shape;4496;p243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7" name="Google Shape;4497;p243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8" name="Google Shape;4498;p243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9" name="Google Shape;4499;p243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0" name="Google Shape;4500;p243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01" name="Google Shape;4501;p243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" name="Google Shape;4506;p245"/>
          <p:cNvSpPr txBox="1">
            <a:spLocks noGrp="1"/>
          </p:cNvSpPr>
          <p:nvPr>
            <p:ph type="ctrTitle"/>
          </p:nvPr>
        </p:nvSpPr>
        <p:spPr>
          <a:xfrm>
            <a:off x="3447100" y="1391250"/>
            <a:ext cx="44331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4507" name="Google Shape;4507;p245"/>
          <p:cNvSpPr txBox="1">
            <a:spLocks noGrp="1"/>
          </p:cNvSpPr>
          <p:nvPr>
            <p:ph type="subTitle" idx="1"/>
          </p:nvPr>
        </p:nvSpPr>
        <p:spPr>
          <a:xfrm>
            <a:off x="3447100" y="3647550"/>
            <a:ext cx="4433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08" name="Google Shape;4508;p245"/>
          <p:cNvSpPr txBox="1">
            <a:spLocks noGrp="1"/>
          </p:cNvSpPr>
          <p:nvPr>
            <p:ph type="sldNum" idx="12"/>
          </p:nvPr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509" name="Google Shape;4509;p245"/>
          <p:cNvGrpSpPr/>
          <p:nvPr/>
        </p:nvGrpSpPr>
        <p:grpSpPr>
          <a:xfrm>
            <a:off x="-1" y="-164"/>
            <a:ext cx="3115359" cy="5143851"/>
            <a:chOff x="-1" y="-164"/>
            <a:chExt cx="3115359" cy="5143851"/>
          </a:xfrm>
        </p:grpSpPr>
        <p:sp>
          <p:nvSpPr>
            <p:cNvPr id="4510" name="Google Shape;4510;p245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45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45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45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45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45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45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45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45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45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45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45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245"/>
            <p:cNvSpPr/>
            <p:nvPr/>
          </p:nvSpPr>
          <p:spPr>
            <a:xfrm rot="-5400000">
              <a:off x="1944090" y="1481907"/>
              <a:ext cx="1175328" cy="1167209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245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245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245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245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245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245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245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1" name="Google Shape;4531;p246"/>
          <p:cNvSpPr txBox="1">
            <a:spLocks noGrp="1"/>
          </p:cNvSpPr>
          <p:nvPr>
            <p:ph type="title"/>
          </p:nvPr>
        </p:nvSpPr>
        <p:spPr>
          <a:xfrm>
            <a:off x="2074225" y="2922963"/>
            <a:ext cx="4995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532" name="Google Shape;4532;p246"/>
          <p:cNvSpPr txBox="1">
            <a:spLocks noGrp="1"/>
          </p:cNvSpPr>
          <p:nvPr>
            <p:ph type="title" idx="2" hasCustomPrompt="1"/>
          </p:nvPr>
        </p:nvSpPr>
        <p:spPr>
          <a:xfrm>
            <a:off x="2074150" y="1389063"/>
            <a:ext cx="1640700" cy="13626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533" name="Google Shape;4533;p246"/>
          <p:cNvSpPr txBox="1">
            <a:spLocks noGrp="1"/>
          </p:cNvSpPr>
          <p:nvPr>
            <p:ph type="subTitle" idx="1"/>
          </p:nvPr>
        </p:nvSpPr>
        <p:spPr>
          <a:xfrm>
            <a:off x="2074225" y="3582888"/>
            <a:ext cx="4995600" cy="5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34" name="Google Shape;4534;p246"/>
          <p:cNvSpPr txBox="1">
            <a:spLocks noGrp="1"/>
          </p:cNvSpPr>
          <p:nvPr>
            <p:ph type="sldNum" idx="12"/>
          </p:nvPr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535" name="Google Shape;4535;p246"/>
          <p:cNvGrpSpPr/>
          <p:nvPr/>
        </p:nvGrpSpPr>
        <p:grpSpPr>
          <a:xfrm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4536" name="Google Shape;4536;p246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46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46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46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46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46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46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246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246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46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6" name="Google Shape;4546;p246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4547" name="Google Shape;4547;p246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48" name="Google Shape;4548;p246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4549" name="Google Shape;4549;p246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0" name="Google Shape;4550;p246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1" name="Google Shape;4551;p246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2" name="Google Shape;4552;p246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4" name="Google Shape;4554;p2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21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555" name="Google Shape;4555;p247"/>
          <p:cNvSpPr txBox="1">
            <a:spLocks noGrp="1"/>
          </p:cNvSpPr>
          <p:nvPr>
            <p:ph type="body" idx="1"/>
          </p:nvPr>
        </p:nvSpPr>
        <p:spPr>
          <a:xfrm>
            <a:off x="720000" y="1117025"/>
            <a:ext cx="72138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5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4556" name="Google Shape;4556;p247"/>
          <p:cNvGrpSpPr/>
          <p:nvPr/>
        </p:nvGrpSpPr>
        <p:grpSpPr>
          <a:xfrm rot="-5400000" flipH="1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4557" name="Google Shape;4557;p247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58" name="Google Shape;4558;p247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4559" name="Google Shape;4559;p247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0" name="Google Shape;4560;p247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1" name="Google Shape;4561;p247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2" name="Google Shape;4562;p247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563" name="Google Shape;4563;p247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5" name="Google Shape;4565;p248"/>
          <p:cNvSpPr txBox="1">
            <a:spLocks noGrp="1"/>
          </p:cNvSpPr>
          <p:nvPr>
            <p:ph type="subTitle" idx="1"/>
          </p:nvPr>
        </p:nvSpPr>
        <p:spPr>
          <a:xfrm>
            <a:off x="19606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66" name="Google Shape;4566;p248"/>
          <p:cNvSpPr txBox="1">
            <a:spLocks noGrp="1"/>
          </p:cNvSpPr>
          <p:nvPr>
            <p:ph type="subTitle" idx="2"/>
          </p:nvPr>
        </p:nvSpPr>
        <p:spPr>
          <a:xfrm>
            <a:off x="52878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67" name="Google Shape;4567;p248"/>
          <p:cNvSpPr txBox="1">
            <a:spLocks noGrp="1"/>
          </p:cNvSpPr>
          <p:nvPr>
            <p:ph type="subTitle" idx="3"/>
          </p:nvPr>
        </p:nvSpPr>
        <p:spPr>
          <a:xfrm>
            <a:off x="19606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8" name="Google Shape;4568;p248"/>
          <p:cNvSpPr txBox="1">
            <a:spLocks noGrp="1"/>
          </p:cNvSpPr>
          <p:nvPr>
            <p:ph type="subTitle" idx="4"/>
          </p:nvPr>
        </p:nvSpPr>
        <p:spPr>
          <a:xfrm>
            <a:off x="52878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9" name="Google Shape;4569;p2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570" name="Google Shape;4570;p248"/>
          <p:cNvGrpSpPr/>
          <p:nvPr/>
        </p:nvGrpSpPr>
        <p:grpSpPr>
          <a:xfrm rot="10800000" flipH="1">
            <a:off x="-5" y="-23"/>
            <a:ext cx="1539456" cy="5143534"/>
            <a:chOff x="7633570" y="-10"/>
            <a:chExt cx="1539456" cy="5143534"/>
          </a:xfrm>
        </p:grpSpPr>
        <p:sp>
          <p:nvSpPr>
            <p:cNvPr id="4571" name="Google Shape;4571;p248"/>
            <p:cNvSpPr/>
            <p:nvPr/>
          </p:nvSpPr>
          <p:spPr>
            <a:xfrm rot="5400000">
              <a:off x="7553559" y="94230"/>
              <a:ext cx="1713696" cy="152523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48"/>
            <p:cNvSpPr/>
            <p:nvPr/>
          </p:nvSpPr>
          <p:spPr>
            <a:xfrm rot="5400000">
              <a:off x="7545807" y="87753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48"/>
            <p:cNvSpPr/>
            <p:nvPr/>
          </p:nvSpPr>
          <p:spPr>
            <a:xfrm rot="5400000">
              <a:off x="7546450" y="1802029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48"/>
            <p:cNvSpPr/>
            <p:nvPr/>
          </p:nvSpPr>
          <p:spPr>
            <a:xfrm rot="5400000">
              <a:off x="7722635" y="1889788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48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48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48"/>
            <p:cNvSpPr/>
            <p:nvPr/>
          </p:nvSpPr>
          <p:spPr>
            <a:xfrm rot="5400000">
              <a:off x="7974874" y="2230436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48"/>
            <p:cNvSpPr/>
            <p:nvPr/>
          </p:nvSpPr>
          <p:spPr>
            <a:xfrm rot="5400000">
              <a:off x="7633586" y="990721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48"/>
            <p:cNvSpPr/>
            <p:nvPr/>
          </p:nvSpPr>
          <p:spPr>
            <a:xfrm rot="5400000">
              <a:off x="8013247" y="3935614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48"/>
            <p:cNvSpPr/>
            <p:nvPr/>
          </p:nvSpPr>
          <p:spPr>
            <a:xfrm rot="5400000">
              <a:off x="7974859" y="1373619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81" name="Google Shape;4581;p248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3" name="Google Shape;4583;p249"/>
          <p:cNvSpPr txBox="1">
            <a:spLocks noGrp="1"/>
          </p:cNvSpPr>
          <p:nvPr>
            <p:ph type="title"/>
          </p:nvPr>
        </p:nvSpPr>
        <p:spPr>
          <a:xfrm>
            <a:off x="1924050" y="445025"/>
            <a:ext cx="6500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584" name="Google Shape;4584;p249"/>
          <p:cNvGrpSpPr/>
          <p:nvPr/>
        </p:nvGrpSpPr>
        <p:grpSpPr>
          <a:xfrm>
            <a:off x="-9763" y="-17232"/>
            <a:ext cx="1542338" cy="5160073"/>
            <a:chOff x="7610237" y="2627"/>
            <a:chExt cx="1542338" cy="5160073"/>
          </a:xfrm>
        </p:grpSpPr>
        <p:sp>
          <p:nvSpPr>
            <p:cNvPr id="4585" name="Google Shape;4585;p249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249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49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249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249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249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249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249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249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249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249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249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24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249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249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24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249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02" name="Google Shape;4602;p249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4" name="Google Shape;4604;p250"/>
          <p:cNvSpPr txBox="1">
            <a:spLocks noGrp="1"/>
          </p:cNvSpPr>
          <p:nvPr>
            <p:ph type="title"/>
          </p:nvPr>
        </p:nvSpPr>
        <p:spPr>
          <a:xfrm>
            <a:off x="3680150" y="1435075"/>
            <a:ext cx="4389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605" name="Google Shape;4605;p250"/>
          <p:cNvSpPr txBox="1">
            <a:spLocks noGrp="1"/>
          </p:cNvSpPr>
          <p:nvPr>
            <p:ph type="body" idx="1"/>
          </p:nvPr>
        </p:nvSpPr>
        <p:spPr>
          <a:xfrm>
            <a:off x="3680150" y="2007775"/>
            <a:ext cx="4389300" cy="231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606" name="Google Shape;4606;p250"/>
          <p:cNvGrpSpPr/>
          <p:nvPr/>
        </p:nvGrpSpPr>
        <p:grpSpPr>
          <a:xfrm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4607" name="Google Shape;4607;p250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4608" name="Google Shape;4608;p250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9" name="Google Shape;4609;p250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0" name="Google Shape;4610;p250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1" name="Google Shape;4611;p250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2" name="Google Shape;4612;p250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3" name="Google Shape;4613;p250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4" name="Google Shape;4614;p250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5" name="Google Shape;4615;p250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6" name="Google Shape;4616;p250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7" name="Google Shape;4617;p250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8" name="Google Shape;4618;p250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9" name="Google Shape;4619;p250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0" name="Google Shape;4620;p250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1" name="Google Shape;4621;p250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22" name="Google Shape;4622;p250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23" name="Google Shape;4623;p250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5" name="Google Shape;4625;p251"/>
          <p:cNvSpPr txBox="1">
            <a:spLocks noGrp="1"/>
          </p:cNvSpPr>
          <p:nvPr>
            <p:ph type="title"/>
          </p:nvPr>
        </p:nvSpPr>
        <p:spPr>
          <a:xfrm>
            <a:off x="2638975" y="1342825"/>
            <a:ext cx="5202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4626" name="Google Shape;4626;p251"/>
          <p:cNvGrpSpPr/>
          <p:nvPr/>
        </p:nvGrpSpPr>
        <p:grpSpPr>
          <a:xfrm>
            <a:off x="-1" y="-176"/>
            <a:ext cx="2068997" cy="5143863"/>
            <a:chOff x="-1" y="-176"/>
            <a:chExt cx="2068997" cy="5143863"/>
          </a:xfrm>
        </p:grpSpPr>
        <p:sp>
          <p:nvSpPr>
            <p:cNvPr id="4627" name="Google Shape;4627;p251"/>
            <p:cNvSpPr/>
            <p:nvPr/>
          </p:nvSpPr>
          <p:spPr>
            <a:xfrm rot="-5400000">
              <a:off x="-1629798" y="1629621"/>
              <a:ext cx="5143851" cy="1884256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251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251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251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251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251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251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251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251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251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251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251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39" name="Google Shape;4639;p251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1" name="Google Shape;4641;p252"/>
          <p:cNvSpPr txBox="1">
            <a:spLocks noGrp="1"/>
          </p:cNvSpPr>
          <p:nvPr>
            <p:ph type="title"/>
          </p:nvPr>
        </p:nvSpPr>
        <p:spPr>
          <a:xfrm>
            <a:off x="1849175" y="1179150"/>
            <a:ext cx="35355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642" name="Google Shape;4642;p252"/>
          <p:cNvSpPr txBox="1">
            <a:spLocks noGrp="1"/>
          </p:cNvSpPr>
          <p:nvPr>
            <p:ph type="subTitle" idx="1"/>
          </p:nvPr>
        </p:nvSpPr>
        <p:spPr>
          <a:xfrm>
            <a:off x="1849175" y="2860950"/>
            <a:ext cx="3535500" cy="11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643" name="Google Shape;4643;p252"/>
          <p:cNvGrpSpPr/>
          <p:nvPr/>
        </p:nvGrpSpPr>
        <p:grpSpPr>
          <a:xfrm rot="10800000" flipH="1">
            <a:off x="-6888" y="-17232"/>
            <a:ext cx="1542338" cy="5160073"/>
            <a:chOff x="7610237" y="2627"/>
            <a:chExt cx="1542338" cy="5160073"/>
          </a:xfrm>
        </p:grpSpPr>
        <p:sp>
          <p:nvSpPr>
            <p:cNvPr id="4644" name="Google Shape;4644;p252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252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252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252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252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252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252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252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252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252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252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252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252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252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252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252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252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61" name="Google Shape;4661;p252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3" name="Google Shape;4663;p253"/>
          <p:cNvSpPr txBox="1">
            <a:spLocks noGrp="1"/>
          </p:cNvSpPr>
          <p:nvPr>
            <p:ph type="title"/>
          </p:nvPr>
        </p:nvSpPr>
        <p:spPr>
          <a:xfrm>
            <a:off x="715100" y="1378725"/>
            <a:ext cx="3803400" cy="9483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664" name="Google Shape;4664;p253"/>
          <p:cNvGrpSpPr/>
          <p:nvPr/>
        </p:nvGrpSpPr>
        <p:grpSpPr>
          <a:xfrm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4665" name="Google Shape;4665;p253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4666" name="Google Shape;4666;p253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7" name="Google Shape;4667;p253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8" name="Google Shape;4668;p253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9" name="Google Shape;4669;p253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0" name="Google Shape;4670;p253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1" name="Google Shape;4671;p253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2" name="Google Shape;4672;p253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3" name="Google Shape;4673;p253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4" name="Google Shape;4674;p253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5" name="Google Shape;4675;p253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6" name="Google Shape;4676;p253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7" name="Google Shape;4677;p253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8" name="Google Shape;4678;p253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9" name="Google Shape;4679;p253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80" name="Google Shape;4680;p253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2" name="Google Shape;4682;p254"/>
          <p:cNvSpPr txBox="1">
            <a:spLocks noGrp="1"/>
          </p:cNvSpPr>
          <p:nvPr>
            <p:ph type="title" hasCustomPrompt="1"/>
          </p:nvPr>
        </p:nvSpPr>
        <p:spPr>
          <a:xfrm>
            <a:off x="2081125" y="1466663"/>
            <a:ext cx="2741400" cy="16770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83" name="Google Shape;4683;p254"/>
          <p:cNvSpPr txBox="1">
            <a:spLocks noGrp="1"/>
          </p:cNvSpPr>
          <p:nvPr>
            <p:ph type="subTitle" idx="1"/>
          </p:nvPr>
        </p:nvSpPr>
        <p:spPr>
          <a:xfrm>
            <a:off x="2081125" y="3224950"/>
            <a:ext cx="4322100" cy="4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684" name="Google Shape;4684;p254"/>
          <p:cNvGrpSpPr/>
          <p:nvPr/>
        </p:nvGrpSpPr>
        <p:grpSpPr>
          <a:xfrm flipH="1">
            <a:off x="-4160" y="-48"/>
            <a:ext cx="1549894" cy="5143534"/>
            <a:chOff x="-14598" y="-48"/>
            <a:chExt cx="1549894" cy="5143534"/>
          </a:xfrm>
        </p:grpSpPr>
        <p:sp>
          <p:nvSpPr>
            <p:cNvPr id="4685" name="Google Shape;4685;p254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254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254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254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254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254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254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254"/>
            <p:cNvSpPr/>
            <p:nvPr/>
          </p:nvSpPr>
          <p:spPr>
            <a:xfrm rot="5400000">
              <a:off x="-14598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254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254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95" name="Google Shape;4695;p254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4696" name="Google Shape;4696;p254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97" name="Google Shape;4697;p254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4698" name="Google Shape;4698;p254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9" name="Google Shape;4699;p254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0" name="Google Shape;4700;p254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1" name="Google Shape;4701;p254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02" name="Google Shape;4702;p254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47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4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5" name="Google Shape;4705;p256"/>
          <p:cNvSpPr txBox="1">
            <a:spLocks noGrp="1"/>
          </p:cNvSpPr>
          <p:nvPr>
            <p:ph type="title" hasCustomPrompt="1"/>
          </p:nvPr>
        </p:nvSpPr>
        <p:spPr>
          <a:xfrm>
            <a:off x="715100" y="13736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06" name="Google Shape;4706;p256"/>
          <p:cNvSpPr txBox="1">
            <a:spLocks noGrp="1"/>
          </p:cNvSpPr>
          <p:nvPr>
            <p:ph type="subTitle" idx="1"/>
          </p:nvPr>
        </p:nvSpPr>
        <p:spPr>
          <a:xfrm>
            <a:off x="16495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7" name="Google Shape;4707;p256"/>
          <p:cNvSpPr txBox="1">
            <a:spLocks noGrp="1"/>
          </p:cNvSpPr>
          <p:nvPr>
            <p:ph type="title" idx="2" hasCustomPrompt="1"/>
          </p:nvPr>
        </p:nvSpPr>
        <p:spPr>
          <a:xfrm>
            <a:off x="4064600" y="1373650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08" name="Google Shape;4708;p256"/>
          <p:cNvSpPr txBox="1">
            <a:spLocks noGrp="1"/>
          </p:cNvSpPr>
          <p:nvPr>
            <p:ph type="subTitle" idx="3"/>
          </p:nvPr>
        </p:nvSpPr>
        <p:spPr>
          <a:xfrm>
            <a:off x="49990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09" name="Google Shape;4709;p256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10" name="Google Shape;4710;p256"/>
          <p:cNvSpPr txBox="1">
            <a:spLocks noGrp="1"/>
          </p:cNvSpPr>
          <p:nvPr>
            <p:ph type="subTitle" idx="5"/>
          </p:nvPr>
        </p:nvSpPr>
        <p:spPr>
          <a:xfrm>
            <a:off x="16495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1" name="Google Shape;4711;p256"/>
          <p:cNvSpPr txBox="1">
            <a:spLocks noGrp="1"/>
          </p:cNvSpPr>
          <p:nvPr>
            <p:ph type="title" idx="6" hasCustomPrompt="1"/>
          </p:nvPr>
        </p:nvSpPr>
        <p:spPr>
          <a:xfrm>
            <a:off x="40646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12" name="Google Shape;4712;p256"/>
          <p:cNvSpPr txBox="1">
            <a:spLocks noGrp="1"/>
          </p:cNvSpPr>
          <p:nvPr>
            <p:ph type="subTitle" idx="7"/>
          </p:nvPr>
        </p:nvSpPr>
        <p:spPr>
          <a:xfrm>
            <a:off x="49990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3" name="Google Shape;4713;p256"/>
          <p:cNvSpPr txBox="1">
            <a:spLocks noGrp="1"/>
          </p:cNvSpPr>
          <p:nvPr>
            <p:ph type="sldNum" idx="12"/>
          </p:nvPr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14" name="Google Shape;4714;p256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715" name="Google Shape;4715;p256"/>
          <p:cNvSpPr txBox="1">
            <a:spLocks noGrp="1"/>
          </p:cNvSpPr>
          <p:nvPr>
            <p:ph type="subTitle" idx="9"/>
          </p:nvPr>
        </p:nvSpPr>
        <p:spPr>
          <a:xfrm>
            <a:off x="16446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16" name="Google Shape;4716;p256"/>
          <p:cNvSpPr txBox="1">
            <a:spLocks noGrp="1"/>
          </p:cNvSpPr>
          <p:nvPr>
            <p:ph type="subTitle" idx="13"/>
          </p:nvPr>
        </p:nvSpPr>
        <p:spPr>
          <a:xfrm>
            <a:off x="49990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17" name="Google Shape;4717;p256"/>
          <p:cNvSpPr txBox="1">
            <a:spLocks noGrp="1"/>
          </p:cNvSpPr>
          <p:nvPr>
            <p:ph type="subTitle" idx="14"/>
          </p:nvPr>
        </p:nvSpPr>
        <p:spPr>
          <a:xfrm>
            <a:off x="16446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718" name="Google Shape;4718;p256"/>
          <p:cNvSpPr txBox="1">
            <a:spLocks noGrp="1"/>
          </p:cNvSpPr>
          <p:nvPr>
            <p:ph type="subTitle" idx="15"/>
          </p:nvPr>
        </p:nvSpPr>
        <p:spPr>
          <a:xfrm>
            <a:off x="49990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719" name="Google Shape;4719;p256"/>
          <p:cNvGrpSpPr/>
          <p:nvPr/>
        </p:nvGrpSpPr>
        <p:grpSpPr>
          <a:xfrm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4720" name="Google Shape;4720;p256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256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256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256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256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256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256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256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256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256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256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256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256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256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256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256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256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4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8" name="Google Shape;4738;p257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6504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739" name="Google Shape;4739;p257"/>
          <p:cNvGrpSpPr/>
          <p:nvPr/>
        </p:nvGrpSpPr>
        <p:grpSpPr>
          <a:xfrm>
            <a:off x="7594627" y="-48"/>
            <a:ext cx="1559299" cy="5143534"/>
            <a:chOff x="-14073" y="-48"/>
            <a:chExt cx="1559299" cy="5143534"/>
          </a:xfrm>
        </p:grpSpPr>
        <p:sp>
          <p:nvSpPr>
            <p:cNvPr id="4740" name="Google Shape;4740;p257"/>
            <p:cNvSpPr/>
            <p:nvPr/>
          </p:nvSpPr>
          <p:spPr>
            <a:xfrm rot="5400000">
              <a:off x="-8135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257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257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257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257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257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257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257"/>
            <p:cNvSpPr/>
            <p:nvPr/>
          </p:nvSpPr>
          <p:spPr>
            <a:xfrm rot="5400000">
              <a:off x="-1407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257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257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50" name="Google Shape;4750;p257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4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2" name="Google Shape;4752;p2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753" name="Google Shape;4753;p258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4754" name="Google Shape;4754;p258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55" name="Google Shape;4755;p258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4756" name="Google Shape;4756;p258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7" name="Google Shape;4757;p258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8" name="Google Shape;4758;p258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9" name="Google Shape;4759;p258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60" name="Google Shape;4760;p258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">
    <p:spTree>
      <p:nvGrpSpPr>
        <p:cNvPr id="1" name="Shape 4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2" name="Google Shape;4762;p2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763" name="Google Shape;4763;p259"/>
          <p:cNvGrpSpPr/>
          <p:nvPr/>
        </p:nvGrpSpPr>
        <p:grpSpPr>
          <a:xfrm>
            <a:off x="7670071" y="0"/>
            <a:ext cx="1473929" cy="5143556"/>
            <a:chOff x="7670071" y="0"/>
            <a:chExt cx="1473929" cy="5143556"/>
          </a:xfrm>
        </p:grpSpPr>
        <p:sp>
          <p:nvSpPr>
            <p:cNvPr id="4764" name="Google Shape;4764;p259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5"/>
                  </a:lnTo>
                  <a:lnTo>
                    <a:pt x="58405" y="524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259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58405" y="52445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259"/>
            <p:cNvSpPr/>
            <p:nvPr/>
          </p:nvSpPr>
          <p:spPr>
            <a:xfrm flipH="1">
              <a:off x="7971900" y="216850"/>
              <a:ext cx="877425" cy="877425"/>
            </a:xfrm>
            <a:custGeom>
              <a:avLst/>
              <a:gdLst/>
              <a:ahLst/>
              <a:cxnLst/>
              <a:rect l="l" t="t" r="r" b="b"/>
              <a:pathLst>
                <a:path w="35097" h="35097" extrusionOk="0">
                  <a:moveTo>
                    <a:pt x="31227" y="10543"/>
                  </a:moveTo>
                  <a:cubicBezTo>
                    <a:pt x="35097" y="18105"/>
                    <a:pt x="32117" y="27357"/>
                    <a:pt x="24555" y="31227"/>
                  </a:cubicBezTo>
                  <a:cubicBezTo>
                    <a:pt x="16993" y="35097"/>
                    <a:pt x="7741" y="32116"/>
                    <a:pt x="3871" y="24555"/>
                  </a:cubicBezTo>
                  <a:cubicBezTo>
                    <a:pt x="1" y="16993"/>
                    <a:pt x="2981" y="7741"/>
                    <a:pt x="10543" y="3871"/>
                  </a:cubicBezTo>
                  <a:cubicBezTo>
                    <a:pt x="18105" y="1"/>
                    <a:pt x="27357" y="2981"/>
                    <a:pt x="31227" y="105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259"/>
            <p:cNvSpPr/>
            <p:nvPr/>
          </p:nvSpPr>
          <p:spPr>
            <a:xfrm flipH="1">
              <a:off x="7902950" y="271350"/>
              <a:ext cx="794025" cy="640550"/>
            </a:xfrm>
            <a:custGeom>
              <a:avLst/>
              <a:gdLst/>
              <a:ahLst/>
              <a:cxnLst/>
              <a:rect l="l" t="t" r="r" b="b"/>
              <a:pathLst>
                <a:path w="31761" h="25622" extrusionOk="0">
                  <a:moveTo>
                    <a:pt x="11433" y="0"/>
                  </a:moveTo>
                  <a:cubicBezTo>
                    <a:pt x="7073" y="0"/>
                    <a:pt x="2937" y="1824"/>
                    <a:pt x="1" y="5116"/>
                  </a:cubicBezTo>
                  <a:lnTo>
                    <a:pt x="22909" y="25622"/>
                  </a:lnTo>
                  <a:cubicBezTo>
                    <a:pt x="31761" y="15747"/>
                    <a:pt x="24733" y="0"/>
                    <a:pt x="11433" y="0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259"/>
            <p:cNvSpPr/>
            <p:nvPr/>
          </p:nvSpPr>
          <p:spPr>
            <a:xfrm flipH="1">
              <a:off x="7760249" y="1311100"/>
              <a:ext cx="1380426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58405" y="52444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259"/>
            <p:cNvSpPr/>
            <p:nvPr/>
          </p:nvSpPr>
          <p:spPr>
            <a:xfrm flipH="1">
              <a:off x="8411150" y="1311100"/>
              <a:ext cx="729525" cy="1311125"/>
            </a:xfrm>
            <a:custGeom>
              <a:avLst/>
              <a:gdLst/>
              <a:ahLst/>
              <a:cxnLst/>
              <a:rect l="l" t="t" r="r" b="b"/>
              <a:pathLst>
                <a:path w="29181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29181" y="524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259"/>
            <p:cNvSpPr/>
            <p:nvPr/>
          </p:nvSpPr>
          <p:spPr>
            <a:xfrm flipH="1">
              <a:off x="7680525" y="1311100"/>
              <a:ext cx="730650" cy="1311125"/>
            </a:xfrm>
            <a:custGeom>
              <a:avLst/>
              <a:gdLst/>
              <a:ahLst/>
              <a:cxnLst/>
              <a:rect l="l" t="t" r="r" b="b"/>
              <a:pathLst>
                <a:path w="29226" h="52445" extrusionOk="0">
                  <a:moveTo>
                    <a:pt x="1" y="52444"/>
                  </a:moveTo>
                  <a:lnTo>
                    <a:pt x="29225" y="1"/>
                  </a:lnTo>
                  <a:lnTo>
                    <a:pt x="29225" y="5244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259"/>
            <p:cNvSpPr/>
            <p:nvPr/>
          </p:nvSpPr>
          <p:spPr>
            <a:xfrm flipH="1">
              <a:off x="8719175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259"/>
            <p:cNvSpPr/>
            <p:nvPr/>
          </p:nvSpPr>
          <p:spPr>
            <a:xfrm flipH="1">
              <a:off x="7670071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6859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6859" y="1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259"/>
            <p:cNvSpPr/>
            <p:nvPr/>
          </p:nvSpPr>
          <p:spPr>
            <a:xfrm flipH="1">
              <a:off x="7680525" y="1311100"/>
              <a:ext cx="1460150" cy="757325"/>
            </a:xfrm>
            <a:custGeom>
              <a:avLst/>
              <a:gdLst/>
              <a:ahLst/>
              <a:cxnLst/>
              <a:rect l="l" t="t" r="r" b="b"/>
              <a:pathLst>
                <a:path w="58406" h="30293" extrusionOk="0">
                  <a:moveTo>
                    <a:pt x="1" y="1"/>
                  </a:moveTo>
                  <a:lnTo>
                    <a:pt x="16859" y="30292"/>
                  </a:lnTo>
                  <a:lnTo>
                    <a:pt x="41547" y="30292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259"/>
            <p:cNvSpPr/>
            <p:nvPr/>
          </p:nvSpPr>
          <p:spPr>
            <a:xfrm flipH="1">
              <a:off x="7684348" y="2623385"/>
              <a:ext cx="1459104" cy="1316675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259"/>
            <p:cNvSpPr/>
            <p:nvPr/>
          </p:nvSpPr>
          <p:spPr>
            <a:xfrm flipH="1">
              <a:off x="7683801" y="2623385"/>
              <a:ext cx="1460199" cy="1316675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259"/>
            <p:cNvSpPr/>
            <p:nvPr/>
          </p:nvSpPr>
          <p:spPr>
            <a:xfrm flipH="1">
              <a:off x="7673375" y="3320635"/>
              <a:ext cx="616638" cy="619425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77" name="Google Shape;4777;p259"/>
            <p:cNvGrpSpPr/>
            <p:nvPr/>
          </p:nvGrpSpPr>
          <p:grpSpPr>
            <a:xfrm flipH="1">
              <a:off x="7680608" y="3940050"/>
              <a:ext cx="1463392" cy="1203506"/>
              <a:chOff x="573525" y="4012581"/>
              <a:chExt cx="1463392" cy="1203506"/>
            </a:xfrm>
          </p:grpSpPr>
          <p:sp>
            <p:nvSpPr>
              <p:cNvPr id="4778" name="Google Shape;4778;p259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9" name="Google Shape;4779;p259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80" name="Google Shape;4780;p259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2_1_1">
    <p:spTree>
      <p:nvGrpSpPr>
        <p:cNvPr id="1" name="Shape 4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" name="Google Shape;4782;p2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783" name="Google Shape;4783;p260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4784" name="Google Shape;4784;p260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260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260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260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260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260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260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260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260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260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260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260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26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260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260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26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260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01" name="Google Shape;4801;p260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2_1_1_1">
    <p:spTree>
      <p:nvGrpSpPr>
        <p:cNvPr id="1" name="Shape 4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3" name="Google Shape;4803;p261"/>
          <p:cNvSpPr txBox="1">
            <a:spLocks noGrp="1"/>
          </p:cNvSpPr>
          <p:nvPr>
            <p:ph type="title"/>
          </p:nvPr>
        </p:nvSpPr>
        <p:spPr>
          <a:xfrm>
            <a:off x="1530300" y="445025"/>
            <a:ext cx="6893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804" name="Google Shape;4804;p261"/>
          <p:cNvGrpSpPr/>
          <p:nvPr/>
        </p:nvGrpSpPr>
        <p:grpSpPr>
          <a:xfrm rot="-5400000">
            <a:off x="-2053228" y="2043293"/>
            <a:ext cx="5173395" cy="1066931"/>
            <a:chOff x="3970605" y="1540"/>
            <a:chExt cx="5173395" cy="1066931"/>
          </a:xfrm>
        </p:grpSpPr>
        <p:sp>
          <p:nvSpPr>
            <p:cNvPr id="4805" name="Google Shape;4805;p261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06" name="Google Shape;4806;p261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4807" name="Google Shape;4807;p261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8" name="Google Shape;4808;p261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9" name="Google Shape;4809;p261"/>
              <p:cNvSpPr/>
              <p:nvPr/>
            </p:nvSpPr>
            <p:spPr>
              <a:xfrm rot="10800000"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0" name="Google Shape;4810;p261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11" name="Google Shape;4811;p261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2_1_1_1_1">
    <p:spTree>
      <p:nvGrpSpPr>
        <p:cNvPr id="1" name="Shape 4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" name="Google Shape;4813;p262"/>
          <p:cNvSpPr txBox="1">
            <a:spLocks noGrp="1"/>
          </p:cNvSpPr>
          <p:nvPr>
            <p:ph type="title"/>
          </p:nvPr>
        </p:nvSpPr>
        <p:spPr>
          <a:xfrm>
            <a:off x="1757375" y="445025"/>
            <a:ext cx="6666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814" name="Google Shape;4814;p262"/>
          <p:cNvGrpSpPr/>
          <p:nvPr/>
        </p:nvGrpSpPr>
        <p:grpSpPr>
          <a:xfrm flipH="1">
            <a:off x="-16637" y="0"/>
            <a:ext cx="1463475" cy="5143556"/>
            <a:chOff x="7680525" y="0"/>
            <a:chExt cx="1463475" cy="5143556"/>
          </a:xfrm>
        </p:grpSpPr>
        <p:grpSp>
          <p:nvGrpSpPr>
            <p:cNvPr id="4815" name="Google Shape;4815;p262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4816" name="Google Shape;4816;p262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7" name="Google Shape;4817;p262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8" name="Google Shape;4818;p262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9" name="Google Shape;4819;p262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0" name="Google Shape;4820;p262"/>
              <p:cNvSpPr/>
              <p:nvPr/>
            </p:nvSpPr>
            <p:spPr>
              <a:xfrm>
                <a:off x="4025675" y="1517100"/>
                <a:ext cx="1459128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1" name="Google Shape;4821;p262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2" name="Google Shape;4822;p262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3" name="Google Shape;4823;p262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4" name="Google Shape;4824;p262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5" name="Google Shape;4825;p262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6" name="Google Shape;4826;p262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7" name="Google Shape;4827;p262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8" name="Google Shape;4828;p262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29" name="Google Shape;4829;p262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4830" name="Google Shape;4830;p262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1" name="Google Shape;4831;p262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32" name="Google Shape;4832;p262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2_1_1_1_1_1">
    <p:spTree>
      <p:nvGrpSpPr>
        <p:cNvPr id="1" name="Shape 4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4" name="Google Shape;4834;p263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835" name="Google Shape;4835;p263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4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7" name="Google Shape;4837;p264"/>
          <p:cNvSpPr txBox="1">
            <a:spLocks noGrp="1"/>
          </p:cNvSpPr>
          <p:nvPr>
            <p:ph type="title"/>
          </p:nvPr>
        </p:nvSpPr>
        <p:spPr>
          <a:xfrm>
            <a:off x="2614075" y="308745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838" name="Google Shape;4838;p264"/>
          <p:cNvSpPr txBox="1">
            <a:spLocks noGrp="1"/>
          </p:cNvSpPr>
          <p:nvPr>
            <p:ph type="subTitle" idx="1"/>
          </p:nvPr>
        </p:nvSpPr>
        <p:spPr>
          <a:xfrm>
            <a:off x="2614075" y="1524150"/>
            <a:ext cx="5790300" cy="15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39" name="Google Shape;4839;p264"/>
          <p:cNvSpPr/>
          <p:nvPr/>
        </p:nvSpPr>
        <p:spPr>
          <a:xfrm rot="-5400000">
            <a:off x="-91280" y="3516910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0" y="0"/>
                </a:moveTo>
                <a:lnTo>
                  <a:pt x="58627" y="0"/>
                </a:lnTo>
                <a:lnTo>
                  <a:pt x="58627" y="52666"/>
                </a:lnTo>
                <a:lnTo>
                  <a:pt x="0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0" name="Google Shape;4840;p264"/>
          <p:cNvSpPr/>
          <p:nvPr/>
        </p:nvSpPr>
        <p:spPr>
          <a:xfrm rot="-5400000">
            <a:off x="-91923" y="3516267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58672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1" name="Google Shape;4841;p264"/>
          <p:cNvSpPr/>
          <p:nvPr/>
        </p:nvSpPr>
        <p:spPr>
          <a:xfrm rot="-5400000">
            <a:off x="-91280" y="1801991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1" y="0"/>
                </a:moveTo>
                <a:lnTo>
                  <a:pt x="1" y="52666"/>
                </a:lnTo>
                <a:lnTo>
                  <a:pt x="58627" y="52666"/>
                </a:lnTo>
                <a:lnTo>
                  <a:pt x="5862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2" name="Google Shape;4842;p264"/>
          <p:cNvSpPr/>
          <p:nvPr/>
        </p:nvSpPr>
        <p:spPr>
          <a:xfrm rot="-5400000">
            <a:off x="83587" y="1889758"/>
            <a:ext cx="1362644" cy="1363930"/>
          </a:xfrm>
          <a:custGeom>
            <a:avLst/>
            <a:gdLst/>
            <a:ahLst/>
            <a:cxnLst/>
            <a:rect l="l" t="t" r="r" b="b"/>
            <a:pathLst>
              <a:path w="46618" h="46662" extrusionOk="0">
                <a:moveTo>
                  <a:pt x="28914" y="3114"/>
                </a:moveTo>
                <a:cubicBezTo>
                  <a:pt x="40079" y="6184"/>
                  <a:pt x="46617" y="17749"/>
                  <a:pt x="43504" y="28958"/>
                </a:cubicBezTo>
                <a:cubicBezTo>
                  <a:pt x="40434" y="40123"/>
                  <a:pt x="28869" y="46662"/>
                  <a:pt x="17704" y="43548"/>
                </a:cubicBezTo>
                <a:cubicBezTo>
                  <a:pt x="6539" y="40479"/>
                  <a:pt x="1" y="28914"/>
                  <a:pt x="3070" y="17749"/>
                </a:cubicBezTo>
                <a:cubicBezTo>
                  <a:pt x="6184" y="6584"/>
                  <a:pt x="17749" y="1"/>
                  <a:pt x="28914" y="3114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3" name="Google Shape;4843;p264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4" name="Google Shape;4844;p264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0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5" name="Google Shape;4845;p264"/>
          <p:cNvSpPr/>
          <p:nvPr/>
        </p:nvSpPr>
        <p:spPr>
          <a:xfrm rot="-5400000">
            <a:off x="332160" y="1368624"/>
            <a:ext cx="856848" cy="1539456"/>
          </a:xfrm>
          <a:custGeom>
            <a:avLst/>
            <a:gdLst/>
            <a:ahLst/>
            <a:cxnLst/>
            <a:rect l="l" t="t" r="r" b="b"/>
            <a:pathLst>
              <a:path w="29314" h="52667" extrusionOk="0">
                <a:moveTo>
                  <a:pt x="29313" y="0"/>
                </a:moveTo>
                <a:lnTo>
                  <a:pt x="0" y="26333"/>
                </a:lnTo>
                <a:lnTo>
                  <a:pt x="29313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6" name="Google Shape;4846;p264"/>
          <p:cNvSpPr/>
          <p:nvPr/>
        </p:nvSpPr>
        <p:spPr>
          <a:xfrm rot="-5400000">
            <a:off x="821503" y="3428524"/>
            <a:ext cx="724232" cy="724232"/>
          </a:xfrm>
          <a:custGeom>
            <a:avLst/>
            <a:gdLst/>
            <a:ahLst/>
            <a:cxnLst/>
            <a:rect l="l" t="t" r="r" b="b"/>
            <a:pathLst>
              <a:path w="24777" h="24777" extrusionOk="0">
                <a:moveTo>
                  <a:pt x="24777" y="0"/>
                </a:moveTo>
                <a:cubicBezTo>
                  <a:pt x="11076" y="0"/>
                  <a:pt x="0" y="11076"/>
                  <a:pt x="0" y="24776"/>
                </a:cubicBezTo>
                <a:lnTo>
                  <a:pt x="24777" y="24776"/>
                </a:lnTo>
                <a:lnTo>
                  <a:pt x="2477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7" name="Google Shape;4847;p264"/>
          <p:cNvSpPr/>
          <p:nvPr/>
        </p:nvSpPr>
        <p:spPr>
          <a:xfrm rot="-5400000">
            <a:off x="374185" y="507044"/>
            <a:ext cx="781435" cy="700818"/>
          </a:xfrm>
          <a:custGeom>
            <a:avLst/>
            <a:gdLst/>
            <a:ahLst/>
            <a:cxnLst/>
            <a:rect l="l" t="t" r="r" b="b"/>
            <a:pathLst>
              <a:path w="26734" h="23976" extrusionOk="0">
                <a:moveTo>
                  <a:pt x="0" y="0"/>
                </a:moveTo>
                <a:lnTo>
                  <a:pt x="26734" y="0"/>
                </a:lnTo>
                <a:lnTo>
                  <a:pt x="26734" y="23976"/>
                </a:lnTo>
                <a:lnTo>
                  <a:pt x="0" y="2397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8" name="Google Shape;4848;p264"/>
          <p:cNvSpPr/>
          <p:nvPr/>
        </p:nvSpPr>
        <p:spPr>
          <a:xfrm rot="-5400000">
            <a:off x="332145" y="2231917"/>
            <a:ext cx="856877" cy="1539456"/>
          </a:xfrm>
          <a:custGeom>
            <a:avLst/>
            <a:gdLst/>
            <a:ahLst/>
            <a:cxnLst/>
            <a:rect l="l" t="t" r="r" b="b"/>
            <a:pathLst>
              <a:path w="29315" h="52667" extrusionOk="0">
                <a:moveTo>
                  <a:pt x="1" y="0"/>
                </a:moveTo>
                <a:lnTo>
                  <a:pt x="1" y="52666"/>
                </a:lnTo>
                <a:lnTo>
                  <a:pt x="29314" y="26333"/>
                </a:lnTo>
                <a:lnTo>
                  <a:pt x="1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9" name="Google Shape;4849;p264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4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1" name="Google Shape;4851;p265"/>
          <p:cNvSpPr txBox="1">
            <a:spLocks noGrp="1"/>
          </p:cNvSpPr>
          <p:nvPr>
            <p:ph type="subTitle" idx="1"/>
          </p:nvPr>
        </p:nvSpPr>
        <p:spPr>
          <a:xfrm>
            <a:off x="720000" y="2647200"/>
            <a:ext cx="2907600" cy="10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52" name="Google Shape;4852;p265"/>
          <p:cNvSpPr txBox="1">
            <a:spLocks noGrp="1"/>
          </p:cNvSpPr>
          <p:nvPr>
            <p:ph type="title"/>
          </p:nvPr>
        </p:nvSpPr>
        <p:spPr>
          <a:xfrm>
            <a:off x="720000" y="2116888"/>
            <a:ext cx="326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853" name="Google Shape;4853;p265"/>
          <p:cNvGrpSpPr/>
          <p:nvPr/>
        </p:nvGrpSpPr>
        <p:grpSpPr>
          <a:xfrm rot="10800000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4854" name="Google Shape;4854;p265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4855" name="Google Shape;4855;p265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6" name="Google Shape;4856;p265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7" name="Google Shape;4857;p265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8" name="Google Shape;4858;p265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9" name="Google Shape;4859;p265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0" name="Google Shape;4860;p265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1" name="Google Shape;4861;p265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2" name="Google Shape;4862;p265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3" name="Google Shape;4863;p265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4" name="Google Shape;4864;p265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5" name="Google Shape;4865;p265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6" name="Google Shape;4866;p265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7" name="Google Shape;4867;p265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8" name="Google Shape;4868;p265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69" name="Google Shape;4869;p265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70" name="Google Shape;4870;p265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4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2" name="Google Shape;4872;p266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4873" name="Google Shape;4873;p266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266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266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266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266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266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266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266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266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266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266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266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266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266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266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266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266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0" name="Google Shape;4890;p266"/>
          <p:cNvSpPr txBox="1">
            <a:spLocks noGrp="1"/>
          </p:cNvSpPr>
          <p:nvPr>
            <p:ph type="subTitle" idx="1"/>
          </p:nvPr>
        </p:nvSpPr>
        <p:spPr>
          <a:xfrm>
            <a:off x="720000" y="1182900"/>
            <a:ext cx="6578100" cy="33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91" name="Google Shape;4891;p2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578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892" name="Google Shape;4892;p266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" name="Google Shape;4894;p267"/>
          <p:cNvSpPr txBox="1">
            <a:spLocks noGrp="1"/>
          </p:cNvSpPr>
          <p:nvPr>
            <p:ph type="subTitle" idx="1"/>
          </p:nvPr>
        </p:nvSpPr>
        <p:spPr>
          <a:xfrm>
            <a:off x="719988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895" name="Google Shape;4895;p267"/>
          <p:cNvSpPr txBox="1">
            <a:spLocks noGrp="1"/>
          </p:cNvSpPr>
          <p:nvPr>
            <p:ph type="subTitle" idx="2"/>
          </p:nvPr>
        </p:nvSpPr>
        <p:spPr>
          <a:xfrm>
            <a:off x="4374813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896" name="Google Shape;4896;p267"/>
          <p:cNvSpPr txBox="1">
            <a:spLocks noGrp="1"/>
          </p:cNvSpPr>
          <p:nvPr>
            <p:ph type="subTitle" idx="3"/>
          </p:nvPr>
        </p:nvSpPr>
        <p:spPr>
          <a:xfrm>
            <a:off x="719988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97" name="Google Shape;4897;p267"/>
          <p:cNvSpPr txBox="1">
            <a:spLocks noGrp="1"/>
          </p:cNvSpPr>
          <p:nvPr>
            <p:ph type="subTitle" idx="4"/>
          </p:nvPr>
        </p:nvSpPr>
        <p:spPr>
          <a:xfrm>
            <a:off x="4374813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98" name="Google Shape;4898;p26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899" name="Google Shape;4899;p267"/>
          <p:cNvGrpSpPr/>
          <p:nvPr/>
        </p:nvGrpSpPr>
        <p:grpSpPr>
          <a:xfrm flipH="1">
            <a:off x="7601662" y="-8302"/>
            <a:ext cx="1542338" cy="5160073"/>
            <a:chOff x="7610237" y="2627"/>
            <a:chExt cx="1542338" cy="5160073"/>
          </a:xfrm>
        </p:grpSpPr>
        <p:sp>
          <p:nvSpPr>
            <p:cNvPr id="4900" name="Google Shape;4900;p267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267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267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267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267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267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267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267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267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267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267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267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267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267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267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267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267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17" name="Google Shape;4917;p267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4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9" name="Google Shape;4919;p268"/>
          <p:cNvSpPr txBox="1">
            <a:spLocks noGrp="1"/>
          </p:cNvSpPr>
          <p:nvPr>
            <p:ph type="subTitle" idx="1"/>
          </p:nvPr>
        </p:nvSpPr>
        <p:spPr>
          <a:xfrm>
            <a:off x="1703000" y="11865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20" name="Google Shape;4920;p268"/>
          <p:cNvSpPr txBox="1">
            <a:spLocks noGrp="1"/>
          </p:cNvSpPr>
          <p:nvPr>
            <p:ph type="subTitle" idx="2"/>
          </p:nvPr>
        </p:nvSpPr>
        <p:spPr>
          <a:xfrm>
            <a:off x="1703000" y="16319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1" name="Google Shape;4921;p268"/>
          <p:cNvSpPr txBox="1">
            <a:spLocks noGrp="1"/>
          </p:cNvSpPr>
          <p:nvPr>
            <p:ph type="subTitle" idx="3"/>
          </p:nvPr>
        </p:nvSpPr>
        <p:spPr>
          <a:xfrm>
            <a:off x="1703000" y="27403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2" name="Google Shape;4922;p268"/>
          <p:cNvSpPr txBox="1">
            <a:spLocks noGrp="1"/>
          </p:cNvSpPr>
          <p:nvPr>
            <p:ph type="subTitle" idx="4"/>
          </p:nvPr>
        </p:nvSpPr>
        <p:spPr>
          <a:xfrm>
            <a:off x="1703000" y="38487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3" name="Google Shape;4923;p26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924" name="Google Shape;4924;p268"/>
          <p:cNvSpPr txBox="1">
            <a:spLocks noGrp="1"/>
          </p:cNvSpPr>
          <p:nvPr>
            <p:ph type="subTitle" idx="5"/>
          </p:nvPr>
        </p:nvSpPr>
        <p:spPr>
          <a:xfrm>
            <a:off x="1703000" y="22949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25" name="Google Shape;4925;p268"/>
          <p:cNvSpPr txBox="1">
            <a:spLocks noGrp="1"/>
          </p:cNvSpPr>
          <p:nvPr>
            <p:ph type="subTitle" idx="6"/>
          </p:nvPr>
        </p:nvSpPr>
        <p:spPr>
          <a:xfrm>
            <a:off x="1703000" y="34033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926" name="Google Shape;4926;p268"/>
          <p:cNvGrpSpPr/>
          <p:nvPr/>
        </p:nvGrpSpPr>
        <p:grpSpPr>
          <a:xfrm rot="10800000"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4927" name="Google Shape;4927;p268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268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268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268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268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268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268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268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268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268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268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268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268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268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268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268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268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44" name="Google Shape;4944;p268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4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6" name="Google Shape;4946;p269"/>
          <p:cNvSpPr txBox="1">
            <a:spLocks noGrp="1"/>
          </p:cNvSpPr>
          <p:nvPr>
            <p:ph type="subTitle" idx="1"/>
          </p:nvPr>
        </p:nvSpPr>
        <p:spPr>
          <a:xfrm>
            <a:off x="1523550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47" name="Google Shape;4947;p269"/>
          <p:cNvSpPr txBox="1">
            <a:spLocks noGrp="1"/>
          </p:cNvSpPr>
          <p:nvPr>
            <p:ph type="subTitle" idx="2"/>
          </p:nvPr>
        </p:nvSpPr>
        <p:spPr>
          <a:xfrm>
            <a:off x="15235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8" name="Google Shape;4948;p269"/>
          <p:cNvSpPr txBox="1">
            <a:spLocks noGrp="1"/>
          </p:cNvSpPr>
          <p:nvPr>
            <p:ph type="subTitle" idx="3"/>
          </p:nvPr>
        </p:nvSpPr>
        <p:spPr>
          <a:xfrm>
            <a:off x="49280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9" name="Google Shape;4949;p269"/>
          <p:cNvSpPr txBox="1">
            <a:spLocks noGrp="1"/>
          </p:cNvSpPr>
          <p:nvPr>
            <p:ph type="subTitle" idx="4"/>
          </p:nvPr>
        </p:nvSpPr>
        <p:spPr>
          <a:xfrm>
            <a:off x="15235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50" name="Google Shape;4950;p269"/>
          <p:cNvSpPr txBox="1">
            <a:spLocks noGrp="1"/>
          </p:cNvSpPr>
          <p:nvPr>
            <p:ph type="subTitle" idx="5"/>
          </p:nvPr>
        </p:nvSpPr>
        <p:spPr>
          <a:xfrm>
            <a:off x="49280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51" name="Google Shape;4951;p26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952" name="Google Shape;4952;p269"/>
          <p:cNvSpPr txBox="1">
            <a:spLocks noGrp="1"/>
          </p:cNvSpPr>
          <p:nvPr>
            <p:ph type="subTitle" idx="6"/>
          </p:nvPr>
        </p:nvSpPr>
        <p:spPr>
          <a:xfrm>
            <a:off x="1523550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53" name="Google Shape;4953;p269"/>
          <p:cNvSpPr txBox="1">
            <a:spLocks noGrp="1"/>
          </p:cNvSpPr>
          <p:nvPr>
            <p:ph type="subTitle" idx="7"/>
          </p:nvPr>
        </p:nvSpPr>
        <p:spPr>
          <a:xfrm>
            <a:off x="4928048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54" name="Google Shape;4954;p269"/>
          <p:cNvSpPr txBox="1">
            <a:spLocks noGrp="1"/>
          </p:cNvSpPr>
          <p:nvPr>
            <p:ph type="subTitle" idx="8"/>
          </p:nvPr>
        </p:nvSpPr>
        <p:spPr>
          <a:xfrm>
            <a:off x="4928048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955" name="Google Shape;4955;p269"/>
          <p:cNvGrpSpPr/>
          <p:nvPr/>
        </p:nvGrpSpPr>
        <p:grpSpPr>
          <a:xfrm>
            <a:off x="7680525" y="0"/>
            <a:ext cx="1463475" cy="5143556"/>
            <a:chOff x="7680525" y="0"/>
            <a:chExt cx="1463475" cy="5143556"/>
          </a:xfrm>
        </p:grpSpPr>
        <p:grpSp>
          <p:nvGrpSpPr>
            <p:cNvPr id="4956" name="Google Shape;4956;p269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4957" name="Google Shape;4957;p269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8" name="Google Shape;4958;p269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9" name="Google Shape;4959;p269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0" name="Google Shape;4960;p269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1" name="Google Shape;4961;p269"/>
              <p:cNvSpPr/>
              <p:nvPr/>
            </p:nvSpPr>
            <p:spPr>
              <a:xfrm>
                <a:off x="4025675" y="15171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2" name="Google Shape;4962;p269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3" name="Google Shape;4963;p269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4" name="Google Shape;4964;p269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5" name="Google Shape;4965;p269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6" name="Google Shape;4966;p269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7" name="Google Shape;4967;p269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8" name="Google Shape;4968;p269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9" name="Google Shape;4969;p269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70" name="Google Shape;4970;p269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4971" name="Google Shape;4971;p269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2" name="Google Shape;4972;p269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973" name="Google Shape;4973;p269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4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5" name="Google Shape;4975;p270"/>
          <p:cNvSpPr txBox="1">
            <a:spLocks noGrp="1"/>
          </p:cNvSpPr>
          <p:nvPr>
            <p:ph type="subTitle" idx="1"/>
          </p:nvPr>
        </p:nvSpPr>
        <p:spPr>
          <a:xfrm>
            <a:off x="720000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76" name="Google Shape;4976;p270"/>
          <p:cNvSpPr txBox="1">
            <a:spLocks noGrp="1"/>
          </p:cNvSpPr>
          <p:nvPr>
            <p:ph type="subTitle" idx="2"/>
          </p:nvPr>
        </p:nvSpPr>
        <p:spPr>
          <a:xfrm>
            <a:off x="7200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7" name="Google Shape;4977;p270"/>
          <p:cNvSpPr txBox="1">
            <a:spLocks noGrp="1"/>
          </p:cNvSpPr>
          <p:nvPr>
            <p:ph type="subTitle" idx="3"/>
          </p:nvPr>
        </p:nvSpPr>
        <p:spPr>
          <a:xfrm>
            <a:off x="41245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8" name="Google Shape;4978;p270"/>
          <p:cNvSpPr txBox="1">
            <a:spLocks noGrp="1"/>
          </p:cNvSpPr>
          <p:nvPr>
            <p:ph type="subTitle" idx="4"/>
          </p:nvPr>
        </p:nvSpPr>
        <p:spPr>
          <a:xfrm>
            <a:off x="7200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9" name="Google Shape;4979;p270"/>
          <p:cNvSpPr txBox="1">
            <a:spLocks noGrp="1"/>
          </p:cNvSpPr>
          <p:nvPr>
            <p:ph type="subTitle" idx="5"/>
          </p:nvPr>
        </p:nvSpPr>
        <p:spPr>
          <a:xfrm>
            <a:off x="41245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0" name="Google Shape;4980;p27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981" name="Google Shape;4981;p270"/>
          <p:cNvSpPr txBox="1">
            <a:spLocks noGrp="1"/>
          </p:cNvSpPr>
          <p:nvPr>
            <p:ph type="subTitle" idx="6"/>
          </p:nvPr>
        </p:nvSpPr>
        <p:spPr>
          <a:xfrm>
            <a:off x="720000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82" name="Google Shape;4982;p270"/>
          <p:cNvSpPr txBox="1">
            <a:spLocks noGrp="1"/>
          </p:cNvSpPr>
          <p:nvPr>
            <p:ph type="subTitle" idx="7"/>
          </p:nvPr>
        </p:nvSpPr>
        <p:spPr>
          <a:xfrm>
            <a:off x="4124498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83" name="Google Shape;4983;p270"/>
          <p:cNvSpPr txBox="1">
            <a:spLocks noGrp="1"/>
          </p:cNvSpPr>
          <p:nvPr>
            <p:ph type="subTitle" idx="8"/>
          </p:nvPr>
        </p:nvSpPr>
        <p:spPr>
          <a:xfrm>
            <a:off x="4124498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4984" name="Google Shape;4984;p270"/>
          <p:cNvGrpSpPr/>
          <p:nvPr/>
        </p:nvGrpSpPr>
        <p:grpSpPr>
          <a:xfrm flipH="1">
            <a:off x="7604540" y="-48"/>
            <a:ext cx="1539456" cy="5143534"/>
            <a:chOff x="-4160" y="-48"/>
            <a:chExt cx="1539456" cy="5143534"/>
          </a:xfrm>
        </p:grpSpPr>
        <p:sp>
          <p:nvSpPr>
            <p:cNvPr id="4985" name="Google Shape;4985;p270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270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270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270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270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270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270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270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270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270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95" name="Google Shape;4995;p270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4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" name="Google Shape;4997;p27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998" name="Google Shape;4998;p271"/>
          <p:cNvSpPr txBox="1">
            <a:spLocks noGrp="1"/>
          </p:cNvSpPr>
          <p:nvPr>
            <p:ph type="subTitle" idx="1"/>
          </p:nvPr>
        </p:nvSpPr>
        <p:spPr>
          <a:xfrm>
            <a:off x="897848" y="2299001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9" name="Google Shape;4999;p271"/>
          <p:cNvSpPr txBox="1">
            <a:spLocks noGrp="1"/>
          </p:cNvSpPr>
          <p:nvPr>
            <p:ph type="subTitle" idx="2"/>
          </p:nvPr>
        </p:nvSpPr>
        <p:spPr>
          <a:xfrm>
            <a:off x="2965075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0" name="Google Shape;5000;p271"/>
          <p:cNvSpPr txBox="1">
            <a:spLocks noGrp="1"/>
          </p:cNvSpPr>
          <p:nvPr>
            <p:ph type="subTitle" idx="3"/>
          </p:nvPr>
        </p:nvSpPr>
        <p:spPr>
          <a:xfrm>
            <a:off x="5036500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1" name="Google Shape;5001;p271"/>
          <p:cNvSpPr txBox="1">
            <a:spLocks noGrp="1"/>
          </p:cNvSpPr>
          <p:nvPr>
            <p:ph type="subTitle" idx="4"/>
          </p:nvPr>
        </p:nvSpPr>
        <p:spPr>
          <a:xfrm>
            <a:off x="897848" y="4123692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2" name="Google Shape;5002;p271"/>
          <p:cNvSpPr txBox="1">
            <a:spLocks noGrp="1"/>
          </p:cNvSpPr>
          <p:nvPr>
            <p:ph type="subTitle" idx="5"/>
          </p:nvPr>
        </p:nvSpPr>
        <p:spPr>
          <a:xfrm>
            <a:off x="2965075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3" name="Google Shape;5003;p271"/>
          <p:cNvSpPr txBox="1">
            <a:spLocks noGrp="1"/>
          </p:cNvSpPr>
          <p:nvPr>
            <p:ph type="subTitle" idx="6"/>
          </p:nvPr>
        </p:nvSpPr>
        <p:spPr>
          <a:xfrm>
            <a:off x="5036500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4" name="Google Shape;5004;p271"/>
          <p:cNvSpPr txBox="1">
            <a:spLocks noGrp="1"/>
          </p:cNvSpPr>
          <p:nvPr>
            <p:ph type="subTitle" idx="7"/>
          </p:nvPr>
        </p:nvSpPr>
        <p:spPr>
          <a:xfrm>
            <a:off x="893700" y="1863675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05" name="Google Shape;5005;p271"/>
          <p:cNvSpPr txBox="1">
            <a:spLocks noGrp="1"/>
          </p:cNvSpPr>
          <p:nvPr>
            <p:ph type="subTitle" idx="8"/>
          </p:nvPr>
        </p:nvSpPr>
        <p:spPr>
          <a:xfrm>
            <a:off x="2965075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06" name="Google Shape;5006;p271"/>
          <p:cNvSpPr txBox="1">
            <a:spLocks noGrp="1"/>
          </p:cNvSpPr>
          <p:nvPr>
            <p:ph type="subTitle" idx="9"/>
          </p:nvPr>
        </p:nvSpPr>
        <p:spPr>
          <a:xfrm>
            <a:off x="5040657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07" name="Google Shape;5007;p271"/>
          <p:cNvSpPr txBox="1">
            <a:spLocks noGrp="1"/>
          </p:cNvSpPr>
          <p:nvPr>
            <p:ph type="subTitle" idx="13"/>
          </p:nvPr>
        </p:nvSpPr>
        <p:spPr>
          <a:xfrm>
            <a:off x="893700" y="3683823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08" name="Google Shape;5008;p271"/>
          <p:cNvSpPr txBox="1">
            <a:spLocks noGrp="1"/>
          </p:cNvSpPr>
          <p:nvPr>
            <p:ph type="subTitle" idx="14"/>
          </p:nvPr>
        </p:nvSpPr>
        <p:spPr>
          <a:xfrm>
            <a:off x="2965075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009" name="Google Shape;5009;p271"/>
          <p:cNvSpPr txBox="1">
            <a:spLocks noGrp="1"/>
          </p:cNvSpPr>
          <p:nvPr>
            <p:ph type="subTitle" idx="15"/>
          </p:nvPr>
        </p:nvSpPr>
        <p:spPr>
          <a:xfrm>
            <a:off x="5040657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010" name="Google Shape;5010;p271"/>
          <p:cNvGrpSpPr/>
          <p:nvPr/>
        </p:nvGrpSpPr>
        <p:grpSpPr>
          <a:xfrm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5011" name="Google Shape;5011;p271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271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271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271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271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271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271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271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271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271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271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271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27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271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271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27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271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28" name="Google Shape;5028;p271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5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0" name="Google Shape;5030;p272"/>
          <p:cNvSpPr txBox="1">
            <a:spLocks noGrp="1"/>
          </p:cNvSpPr>
          <p:nvPr>
            <p:ph type="title" hasCustomPrompt="1"/>
          </p:nvPr>
        </p:nvSpPr>
        <p:spPr>
          <a:xfrm>
            <a:off x="92930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031" name="Google Shape;5031;p272"/>
          <p:cNvSpPr txBox="1">
            <a:spLocks noGrp="1"/>
          </p:cNvSpPr>
          <p:nvPr>
            <p:ph type="subTitle" idx="1"/>
          </p:nvPr>
        </p:nvSpPr>
        <p:spPr>
          <a:xfrm>
            <a:off x="72735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32" name="Google Shape;5032;p272"/>
          <p:cNvSpPr txBox="1">
            <a:spLocks noGrp="1"/>
          </p:cNvSpPr>
          <p:nvPr>
            <p:ph type="title" idx="2" hasCustomPrompt="1"/>
          </p:nvPr>
        </p:nvSpPr>
        <p:spPr>
          <a:xfrm>
            <a:off x="3721975" y="2137388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033" name="Google Shape;5033;p272"/>
          <p:cNvSpPr txBox="1">
            <a:spLocks noGrp="1"/>
          </p:cNvSpPr>
          <p:nvPr>
            <p:ph type="subTitle" idx="3"/>
          </p:nvPr>
        </p:nvSpPr>
        <p:spPr>
          <a:xfrm>
            <a:off x="3520025" y="3176463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34" name="Google Shape;5034;p272"/>
          <p:cNvSpPr txBox="1">
            <a:spLocks noGrp="1"/>
          </p:cNvSpPr>
          <p:nvPr>
            <p:ph type="title" idx="4" hasCustomPrompt="1"/>
          </p:nvPr>
        </p:nvSpPr>
        <p:spPr>
          <a:xfrm>
            <a:off x="651465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035" name="Google Shape;5035;p272"/>
          <p:cNvSpPr txBox="1">
            <a:spLocks noGrp="1"/>
          </p:cNvSpPr>
          <p:nvPr>
            <p:ph type="subTitle" idx="5"/>
          </p:nvPr>
        </p:nvSpPr>
        <p:spPr>
          <a:xfrm>
            <a:off x="631270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036" name="Google Shape;5036;p272"/>
          <p:cNvGrpSpPr/>
          <p:nvPr/>
        </p:nvGrpSpPr>
        <p:grpSpPr>
          <a:xfrm rot="10800000"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5037" name="Google Shape;5037;p272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5038" name="Google Shape;5038;p272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9" name="Google Shape;5039;p272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0" name="Google Shape;5040;p272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1" name="Google Shape;5041;p272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2" name="Google Shape;5042;p272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3" name="Google Shape;5043;p272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4" name="Google Shape;5044;p272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5" name="Google Shape;5045;p272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6" name="Google Shape;5046;p272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7" name="Google Shape;5047;p272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8" name="Google Shape;5048;p272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9" name="Google Shape;5049;p272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0" name="Google Shape;5050;p272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1" name="Google Shape;5051;p272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52" name="Google Shape;5052;p272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53" name="Google Shape;5053;p272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1" name="Shape 5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5" name="Google Shape;5055;p273"/>
          <p:cNvSpPr txBox="1">
            <a:spLocks noGrp="1"/>
          </p:cNvSpPr>
          <p:nvPr>
            <p:ph type="title" hasCustomPrompt="1"/>
          </p:nvPr>
        </p:nvSpPr>
        <p:spPr>
          <a:xfrm>
            <a:off x="3101163" y="1409791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056" name="Google Shape;5056;p273"/>
          <p:cNvSpPr txBox="1">
            <a:spLocks noGrp="1"/>
          </p:cNvSpPr>
          <p:nvPr>
            <p:ph type="subTitle" idx="1"/>
          </p:nvPr>
        </p:nvSpPr>
        <p:spPr>
          <a:xfrm>
            <a:off x="3101163" y="1930587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57" name="Google Shape;5057;p273"/>
          <p:cNvSpPr txBox="1">
            <a:spLocks noGrp="1"/>
          </p:cNvSpPr>
          <p:nvPr>
            <p:ph type="title" idx="2" hasCustomPrompt="1"/>
          </p:nvPr>
        </p:nvSpPr>
        <p:spPr>
          <a:xfrm>
            <a:off x="6312688" y="1409791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058" name="Google Shape;5058;p273"/>
          <p:cNvSpPr txBox="1">
            <a:spLocks noGrp="1"/>
          </p:cNvSpPr>
          <p:nvPr>
            <p:ph type="subTitle" idx="3"/>
          </p:nvPr>
        </p:nvSpPr>
        <p:spPr>
          <a:xfrm>
            <a:off x="6312688" y="1930579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59" name="Google Shape;5059;p273"/>
          <p:cNvSpPr txBox="1">
            <a:spLocks noGrp="1"/>
          </p:cNvSpPr>
          <p:nvPr>
            <p:ph type="title" idx="4" hasCustomPrompt="1"/>
          </p:nvPr>
        </p:nvSpPr>
        <p:spPr>
          <a:xfrm>
            <a:off x="3101163" y="3171014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060" name="Google Shape;5060;p273"/>
          <p:cNvSpPr txBox="1">
            <a:spLocks noGrp="1"/>
          </p:cNvSpPr>
          <p:nvPr>
            <p:ph type="subTitle" idx="5"/>
          </p:nvPr>
        </p:nvSpPr>
        <p:spPr>
          <a:xfrm>
            <a:off x="3101163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61" name="Google Shape;5061;p273"/>
          <p:cNvSpPr txBox="1">
            <a:spLocks noGrp="1"/>
          </p:cNvSpPr>
          <p:nvPr>
            <p:ph type="title" idx="6" hasCustomPrompt="1"/>
          </p:nvPr>
        </p:nvSpPr>
        <p:spPr>
          <a:xfrm>
            <a:off x="6312688" y="3171015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062" name="Google Shape;5062;p273"/>
          <p:cNvSpPr txBox="1">
            <a:spLocks noGrp="1"/>
          </p:cNvSpPr>
          <p:nvPr>
            <p:ph type="subTitle" idx="7"/>
          </p:nvPr>
        </p:nvSpPr>
        <p:spPr>
          <a:xfrm>
            <a:off x="6312688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63" name="Google Shape;5063;p273"/>
          <p:cNvSpPr txBox="1">
            <a:spLocks noGrp="1"/>
          </p:cNvSpPr>
          <p:nvPr>
            <p:ph type="title" idx="8"/>
          </p:nvPr>
        </p:nvSpPr>
        <p:spPr>
          <a:xfrm>
            <a:off x="1993125" y="445025"/>
            <a:ext cx="643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5064" name="Google Shape;5064;p273"/>
          <p:cNvGrpSpPr/>
          <p:nvPr/>
        </p:nvGrpSpPr>
        <p:grpSpPr>
          <a:xfrm rot="10800000" flipH="1"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5065" name="Google Shape;5065;p273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273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273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273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273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273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273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273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273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273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75" name="Google Shape;5075;p273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5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7" name="Google Shape;5077;p274"/>
          <p:cNvSpPr txBox="1">
            <a:spLocks noGrp="1"/>
          </p:cNvSpPr>
          <p:nvPr>
            <p:ph type="ctrTitle"/>
          </p:nvPr>
        </p:nvSpPr>
        <p:spPr>
          <a:xfrm>
            <a:off x="3451975" y="998763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078" name="Google Shape;5078;p274"/>
          <p:cNvSpPr txBox="1">
            <a:spLocks noGrp="1"/>
          </p:cNvSpPr>
          <p:nvPr>
            <p:ph type="subTitle" idx="1"/>
          </p:nvPr>
        </p:nvSpPr>
        <p:spPr>
          <a:xfrm>
            <a:off x="3447100" y="1890621"/>
            <a:ext cx="4293900" cy="12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079" name="Google Shape;5079;p274"/>
          <p:cNvSpPr txBox="1"/>
          <p:nvPr/>
        </p:nvSpPr>
        <p:spPr>
          <a:xfrm>
            <a:off x="3451975" y="3689688"/>
            <a:ext cx="44382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and it includes icons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infographics &amp; images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5080" name="Google Shape;5080;p274"/>
          <p:cNvGrpSpPr/>
          <p:nvPr/>
        </p:nvGrpSpPr>
        <p:grpSpPr>
          <a:xfrm rot="10800000">
            <a:off x="-36910" y="-164"/>
            <a:ext cx="3086466" cy="5143851"/>
            <a:chOff x="-1" y="-164"/>
            <a:chExt cx="3086466" cy="5143851"/>
          </a:xfrm>
        </p:grpSpPr>
        <p:sp>
          <p:nvSpPr>
            <p:cNvPr id="5081" name="Google Shape;5081;p274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274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274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274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274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274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274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274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274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274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274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274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274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274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274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274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274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274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274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274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1" name="Google Shape;5101;p274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3" name="Google Shape;5103;p275"/>
          <p:cNvGrpSpPr/>
          <p:nvPr/>
        </p:nvGrpSpPr>
        <p:grpSpPr>
          <a:xfrm rot="10800000">
            <a:off x="-18207" y="-175"/>
            <a:ext cx="1145713" cy="5143862"/>
            <a:chOff x="1940752" y="-164"/>
            <a:chExt cx="1145713" cy="5143862"/>
          </a:xfrm>
        </p:grpSpPr>
        <p:sp>
          <p:nvSpPr>
            <p:cNvPr id="5104" name="Google Shape;5104;p275"/>
            <p:cNvSpPr/>
            <p:nvPr/>
          </p:nvSpPr>
          <p:spPr>
            <a:xfrm rot="-5400000">
              <a:off x="-59296" y="2005177"/>
              <a:ext cx="5143851" cy="1133189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275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275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275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275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275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275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275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275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3" name="Google Shape;5113;p275"/>
          <p:cNvGrpSpPr/>
          <p:nvPr/>
        </p:nvGrpSpPr>
        <p:grpSpPr>
          <a:xfrm rot="-5400000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5114" name="Google Shape;5114;p275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15" name="Google Shape;5115;p275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5116" name="Google Shape;5116;p275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7" name="Google Shape;5117;p275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8" name="Google Shape;5118;p275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9" name="Google Shape;5119;p275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5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1" name="Google Shape;5121;p276"/>
          <p:cNvGrpSpPr/>
          <p:nvPr/>
        </p:nvGrpSpPr>
        <p:grpSpPr>
          <a:xfrm flipH="1">
            <a:off x="-18663" y="4014980"/>
            <a:ext cx="9181330" cy="1149629"/>
            <a:chOff x="-17463" y="-1061"/>
            <a:chExt cx="9181330" cy="1149629"/>
          </a:xfrm>
        </p:grpSpPr>
        <p:grpSp>
          <p:nvGrpSpPr>
            <p:cNvPr id="5122" name="Google Shape;5122;p276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5123" name="Google Shape;5123;p276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4" name="Google Shape;5124;p276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5" name="Google Shape;5125;p276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6" name="Google Shape;5126;p276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7" name="Google Shape;5127;p276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8" name="Google Shape;5128;p276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9" name="Google Shape;5129;p276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0" name="Google Shape;5130;p276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1" name="Google Shape;5131;p276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2" name="Google Shape;5132;p276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3" name="Google Shape;5133;p276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4" name="Google Shape;5134;p276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5" name="Google Shape;5135;p276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6" name="Google Shape;5136;p276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37" name="Google Shape;5137;p276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2" name="Google Shape;5142;p278"/>
          <p:cNvSpPr txBox="1">
            <a:spLocks noGrp="1"/>
          </p:cNvSpPr>
          <p:nvPr>
            <p:ph type="ctrTitle"/>
          </p:nvPr>
        </p:nvSpPr>
        <p:spPr>
          <a:xfrm>
            <a:off x="3447100" y="1391250"/>
            <a:ext cx="44331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143" name="Google Shape;5143;p278"/>
          <p:cNvSpPr txBox="1">
            <a:spLocks noGrp="1"/>
          </p:cNvSpPr>
          <p:nvPr>
            <p:ph type="subTitle" idx="1"/>
          </p:nvPr>
        </p:nvSpPr>
        <p:spPr>
          <a:xfrm>
            <a:off x="3447100" y="3647550"/>
            <a:ext cx="44331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144" name="Google Shape;5144;p278"/>
          <p:cNvSpPr txBox="1">
            <a:spLocks noGrp="1"/>
          </p:cNvSpPr>
          <p:nvPr>
            <p:ph type="sldNum" idx="12"/>
          </p:nvPr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45" name="Google Shape;5145;p278"/>
          <p:cNvGrpSpPr/>
          <p:nvPr/>
        </p:nvGrpSpPr>
        <p:grpSpPr>
          <a:xfrm>
            <a:off x="-1" y="-164"/>
            <a:ext cx="3115359" cy="5143851"/>
            <a:chOff x="-1" y="-164"/>
            <a:chExt cx="3115359" cy="5143851"/>
          </a:xfrm>
        </p:grpSpPr>
        <p:sp>
          <p:nvSpPr>
            <p:cNvPr id="5146" name="Google Shape;5146;p278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278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278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278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278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151;p278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152;p278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278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278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278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278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278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278"/>
            <p:cNvSpPr/>
            <p:nvPr/>
          </p:nvSpPr>
          <p:spPr>
            <a:xfrm rot="-5400000">
              <a:off x="1944090" y="1481907"/>
              <a:ext cx="1175328" cy="1167209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278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278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278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278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278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278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278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7" name="Google Shape;5167;p279"/>
          <p:cNvSpPr txBox="1">
            <a:spLocks noGrp="1"/>
          </p:cNvSpPr>
          <p:nvPr>
            <p:ph type="title"/>
          </p:nvPr>
        </p:nvSpPr>
        <p:spPr>
          <a:xfrm>
            <a:off x="2074225" y="2922963"/>
            <a:ext cx="4995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168" name="Google Shape;5168;p279"/>
          <p:cNvSpPr txBox="1">
            <a:spLocks noGrp="1"/>
          </p:cNvSpPr>
          <p:nvPr>
            <p:ph type="title" idx="2" hasCustomPrompt="1"/>
          </p:nvPr>
        </p:nvSpPr>
        <p:spPr>
          <a:xfrm>
            <a:off x="2074150" y="1389063"/>
            <a:ext cx="1640700" cy="13626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169" name="Google Shape;5169;p279"/>
          <p:cNvSpPr txBox="1">
            <a:spLocks noGrp="1"/>
          </p:cNvSpPr>
          <p:nvPr>
            <p:ph type="subTitle" idx="1"/>
          </p:nvPr>
        </p:nvSpPr>
        <p:spPr>
          <a:xfrm>
            <a:off x="2074225" y="3582888"/>
            <a:ext cx="4995600" cy="5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70" name="Google Shape;5170;p279"/>
          <p:cNvSpPr txBox="1">
            <a:spLocks noGrp="1"/>
          </p:cNvSpPr>
          <p:nvPr>
            <p:ph type="sldNum" idx="12"/>
          </p:nvPr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71" name="Google Shape;5171;p279"/>
          <p:cNvGrpSpPr/>
          <p:nvPr/>
        </p:nvGrpSpPr>
        <p:grpSpPr>
          <a:xfrm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5172" name="Google Shape;5172;p279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279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279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279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279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279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279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279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279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279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82" name="Google Shape;5182;p279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5183" name="Google Shape;5183;p279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84" name="Google Shape;5184;p279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5185" name="Google Shape;5185;p279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6" name="Google Shape;5186;p279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7" name="Google Shape;5187;p279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8" name="Google Shape;5188;p279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0" name="Google Shape;5190;p28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213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191" name="Google Shape;5191;p280"/>
          <p:cNvSpPr txBox="1">
            <a:spLocks noGrp="1"/>
          </p:cNvSpPr>
          <p:nvPr>
            <p:ph type="body" idx="1"/>
          </p:nvPr>
        </p:nvSpPr>
        <p:spPr>
          <a:xfrm>
            <a:off x="720000" y="1117025"/>
            <a:ext cx="72138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5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5192" name="Google Shape;5192;p280"/>
          <p:cNvGrpSpPr/>
          <p:nvPr/>
        </p:nvGrpSpPr>
        <p:grpSpPr>
          <a:xfrm rot="-5400000" flipH="1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5193" name="Google Shape;5193;p280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94" name="Google Shape;5194;p280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5195" name="Google Shape;5195;p280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6" name="Google Shape;5196;p280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7" name="Google Shape;5197;p280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8" name="Google Shape;5198;p280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99" name="Google Shape;5199;p280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" name="Google Shape;5201;p281"/>
          <p:cNvSpPr txBox="1">
            <a:spLocks noGrp="1"/>
          </p:cNvSpPr>
          <p:nvPr>
            <p:ph type="subTitle" idx="1"/>
          </p:nvPr>
        </p:nvSpPr>
        <p:spPr>
          <a:xfrm>
            <a:off x="19606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02" name="Google Shape;5202;p281"/>
          <p:cNvSpPr txBox="1">
            <a:spLocks noGrp="1"/>
          </p:cNvSpPr>
          <p:nvPr>
            <p:ph type="subTitle" idx="2"/>
          </p:nvPr>
        </p:nvSpPr>
        <p:spPr>
          <a:xfrm>
            <a:off x="5287800" y="2598413"/>
            <a:ext cx="2907600" cy="5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Palanquin"/>
                <a:ea typeface="Palanquin"/>
                <a:cs typeface="Palanquin"/>
                <a:sym typeface="Palanqu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03" name="Google Shape;5203;p281"/>
          <p:cNvSpPr txBox="1">
            <a:spLocks noGrp="1"/>
          </p:cNvSpPr>
          <p:nvPr>
            <p:ph type="subTitle" idx="3"/>
          </p:nvPr>
        </p:nvSpPr>
        <p:spPr>
          <a:xfrm>
            <a:off x="19606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4" name="Google Shape;5204;p281"/>
          <p:cNvSpPr txBox="1">
            <a:spLocks noGrp="1"/>
          </p:cNvSpPr>
          <p:nvPr>
            <p:ph type="subTitle" idx="4"/>
          </p:nvPr>
        </p:nvSpPr>
        <p:spPr>
          <a:xfrm>
            <a:off x="5287800" y="3057338"/>
            <a:ext cx="2907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5" name="Google Shape;5205;p28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5206" name="Google Shape;5206;p281"/>
          <p:cNvGrpSpPr/>
          <p:nvPr/>
        </p:nvGrpSpPr>
        <p:grpSpPr>
          <a:xfrm rot="10800000" flipH="1">
            <a:off x="-5" y="-23"/>
            <a:ext cx="1539456" cy="5143534"/>
            <a:chOff x="7633570" y="-10"/>
            <a:chExt cx="1539456" cy="5143534"/>
          </a:xfrm>
        </p:grpSpPr>
        <p:sp>
          <p:nvSpPr>
            <p:cNvPr id="5207" name="Google Shape;5207;p281"/>
            <p:cNvSpPr/>
            <p:nvPr/>
          </p:nvSpPr>
          <p:spPr>
            <a:xfrm rot="5400000">
              <a:off x="7553559" y="94230"/>
              <a:ext cx="1713696" cy="152523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281"/>
            <p:cNvSpPr/>
            <p:nvPr/>
          </p:nvSpPr>
          <p:spPr>
            <a:xfrm rot="5400000">
              <a:off x="7545807" y="87753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281"/>
            <p:cNvSpPr/>
            <p:nvPr/>
          </p:nvSpPr>
          <p:spPr>
            <a:xfrm rot="5400000">
              <a:off x="7546450" y="1802029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281"/>
            <p:cNvSpPr/>
            <p:nvPr/>
          </p:nvSpPr>
          <p:spPr>
            <a:xfrm rot="5400000">
              <a:off x="7722635" y="1889788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281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281"/>
            <p:cNvSpPr/>
            <p:nvPr/>
          </p:nvSpPr>
          <p:spPr>
            <a:xfrm rot="5400000">
              <a:off x="7545807" y="351630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281"/>
            <p:cNvSpPr/>
            <p:nvPr/>
          </p:nvSpPr>
          <p:spPr>
            <a:xfrm rot="5400000">
              <a:off x="7974874" y="2230436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281"/>
            <p:cNvSpPr/>
            <p:nvPr/>
          </p:nvSpPr>
          <p:spPr>
            <a:xfrm rot="5400000">
              <a:off x="7633586" y="990721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281"/>
            <p:cNvSpPr/>
            <p:nvPr/>
          </p:nvSpPr>
          <p:spPr>
            <a:xfrm rot="5400000">
              <a:off x="8013247" y="3935614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281"/>
            <p:cNvSpPr/>
            <p:nvPr/>
          </p:nvSpPr>
          <p:spPr>
            <a:xfrm rot="5400000">
              <a:off x="7974859" y="1373619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17" name="Google Shape;5217;p281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9" name="Google Shape;5219;p282"/>
          <p:cNvSpPr txBox="1">
            <a:spLocks noGrp="1"/>
          </p:cNvSpPr>
          <p:nvPr>
            <p:ph type="title"/>
          </p:nvPr>
        </p:nvSpPr>
        <p:spPr>
          <a:xfrm>
            <a:off x="1924050" y="445025"/>
            <a:ext cx="6500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5220" name="Google Shape;5220;p282"/>
          <p:cNvGrpSpPr/>
          <p:nvPr/>
        </p:nvGrpSpPr>
        <p:grpSpPr>
          <a:xfrm>
            <a:off x="-9763" y="-17232"/>
            <a:ext cx="1542338" cy="5160073"/>
            <a:chOff x="7610237" y="2627"/>
            <a:chExt cx="1542338" cy="5160073"/>
          </a:xfrm>
        </p:grpSpPr>
        <p:sp>
          <p:nvSpPr>
            <p:cNvPr id="5221" name="Google Shape;5221;p282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282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282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282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282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282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282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282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282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282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282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282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282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282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282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282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282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38" name="Google Shape;5238;p282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0" name="Google Shape;5240;p283"/>
          <p:cNvSpPr txBox="1">
            <a:spLocks noGrp="1"/>
          </p:cNvSpPr>
          <p:nvPr>
            <p:ph type="title"/>
          </p:nvPr>
        </p:nvSpPr>
        <p:spPr>
          <a:xfrm>
            <a:off x="3680150" y="1435075"/>
            <a:ext cx="4389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241" name="Google Shape;5241;p283"/>
          <p:cNvSpPr txBox="1">
            <a:spLocks noGrp="1"/>
          </p:cNvSpPr>
          <p:nvPr>
            <p:ph type="body" idx="1"/>
          </p:nvPr>
        </p:nvSpPr>
        <p:spPr>
          <a:xfrm>
            <a:off x="3680150" y="2007775"/>
            <a:ext cx="4389300" cy="231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5242" name="Google Shape;5242;p283"/>
          <p:cNvGrpSpPr/>
          <p:nvPr/>
        </p:nvGrpSpPr>
        <p:grpSpPr>
          <a:xfrm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5243" name="Google Shape;5243;p283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5244" name="Google Shape;5244;p283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5" name="Google Shape;5245;p283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6" name="Google Shape;5246;p283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7" name="Google Shape;5247;p283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8" name="Google Shape;5248;p283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9" name="Google Shape;5249;p283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0" name="Google Shape;5250;p283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1" name="Google Shape;5251;p283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2" name="Google Shape;5252;p283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3" name="Google Shape;5253;p283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4" name="Google Shape;5254;p283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5" name="Google Shape;5255;p283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6" name="Google Shape;5256;p283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7" name="Google Shape;5257;p283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58" name="Google Shape;5258;p283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59" name="Google Shape;5259;p283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1" name="Google Shape;5261;p284"/>
          <p:cNvSpPr txBox="1">
            <a:spLocks noGrp="1"/>
          </p:cNvSpPr>
          <p:nvPr>
            <p:ph type="title"/>
          </p:nvPr>
        </p:nvSpPr>
        <p:spPr>
          <a:xfrm>
            <a:off x="2638975" y="1342825"/>
            <a:ext cx="5202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5262" name="Google Shape;5262;p284"/>
          <p:cNvGrpSpPr/>
          <p:nvPr/>
        </p:nvGrpSpPr>
        <p:grpSpPr>
          <a:xfrm>
            <a:off x="-1" y="-176"/>
            <a:ext cx="2068997" cy="5143863"/>
            <a:chOff x="-1" y="-176"/>
            <a:chExt cx="2068997" cy="5143863"/>
          </a:xfrm>
        </p:grpSpPr>
        <p:sp>
          <p:nvSpPr>
            <p:cNvPr id="5263" name="Google Shape;5263;p284"/>
            <p:cNvSpPr/>
            <p:nvPr/>
          </p:nvSpPr>
          <p:spPr>
            <a:xfrm rot="-5400000">
              <a:off x="-1629798" y="1629621"/>
              <a:ext cx="5143851" cy="1884256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284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284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284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284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284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284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284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284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284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284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284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75" name="Google Shape;5275;p284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7" name="Google Shape;5277;p285"/>
          <p:cNvSpPr txBox="1">
            <a:spLocks noGrp="1"/>
          </p:cNvSpPr>
          <p:nvPr>
            <p:ph type="title"/>
          </p:nvPr>
        </p:nvSpPr>
        <p:spPr>
          <a:xfrm>
            <a:off x="1849175" y="1179150"/>
            <a:ext cx="35355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278" name="Google Shape;5278;p285"/>
          <p:cNvSpPr txBox="1">
            <a:spLocks noGrp="1"/>
          </p:cNvSpPr>
          <p:nvPr>
            <p:ph type="subTitle" idx="1"/>
          </p:nvPr>
        </p:nvSpPr>
        <p:spPr>
          <a:xfrm>
            <a:off x="1849175" y="2860950"/>
            <a:ext cx="3535500" cy="11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279" name="Google Shape;5279;p285"/>
          <p:cNvGrpSpPr/>
          <p:nvPr/>
        </p:nvGrpSpPr>
        <p:grpSpPr>
          <a:xfrm rot="10800000" flipH="1">
            <a:off x="-6888" y="-17232"/>
            <a:ext cx="1542338" cy="5160073"/>
            <a:chOff x="7610237" y="2627"/>
            <a:chExt cx="1542338" cy="5160073"/>
          </a:xfrm>
        </p:grpSpPr>
        <p:sp>
          <p:nvSpPr>
            <p:cNvPr id="5280" name="Google Shape;5280;p285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285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285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285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285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285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285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285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285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285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285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285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285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285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285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285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285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97" name="Google Shape;5297;p285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9" name="Google Shape;5299;p286"/>
          <p:cNvSpPr txBox="1">
            <a:spLocks noGrp="1"/>
          </p:cNvSpPr>
          <p:nvPr>
            <p:ph type="title"/>
          </p:nvPr>
        </p:nvSpPr>
        <p:spPr>
          <a:xfrm>
            <a:off x="715100" y="1378725"/>
            <a:ext cx="3803400" cy="9483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5300" name="Google Shape;5300;p286"/>
          <p:cNvGrpSpPr/>
          <p:nvPr/>
        </p:nvGrpSpPr>
        <p:grpSpPr>
          <a:xfrm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5301" name="Google Shape;5301;p286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5302" name="Google Shape;5302;p286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3" name="Google Shape;5303;p286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4" name="Google Shape;5304;p286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5" name="Google Shape;5305;p286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6" name="Google Shape;5306;p286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7" name="Google Shape;5307;p286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8" name="Google Shape;5308;p286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9" name="Google Shape;5309;p286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0" name="Google Shape;5310;p286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1" name="Google Shape;5311;p286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2" name="Google Shape;5312;p286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3" name="Google Shape;5313;p286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4" name="Google Shape;5314;p286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5" name="Google Shape;5315;p286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16" name="Google Shape;5316;p286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8" name="Google Shape;5318;p287"/>
          <p:cNvSpPr txBox="1">
            <a:spLocks noGrp="1"/>
          </p:cNvSpPr>
          <p:nvPr>
            <p:ph type="title" hasCustomPrompt="1"/>
          </p:nvPr>
        </p:nvSpPr>
        <p:spPr>
          <a:xfrm>
            <a:off x="2081125" y="1466663"/>
            <a:ext cx="2741400" cy="16770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319" name="Google Shape;5319;p287"/>
          <p:cNvSpPr txBox="1">
            <a:spLocks noGrp="1"/>
          </p:cNvSpPr>
          <p:nvPr>
            <p:ph type="subTitle" idx="1"/>
          </p:nvPr>
        </p:nvSpPr>
        <p:spPr>
          <a:xfrm>
            <a:off x="2081125" y="3224950"/>
            <a:ext cx="4322100" cy="4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5320" name="Google Shape;5320;p287"/>
          <p:cNvGrpSpPr/>
          <p:nvPr/>
        </p:nvGrpSpPr>
        <p:grpSpPr>
          <a:xfrm flipH="1">
            <a:off x="-4160" y="-48"/>
            <a:ext cx="1549894" cy="5143534"/>
            <a:chOff x="-14598" y="-48"/>
            <a:chExt cx="1549894" cy="5143534"/>
          </a:xfrm>
        </p:grpSpPr>
        <p:sp>
          <p:nvSpPr>
            <p:cNvPr id="5321" name="Google Shape;5321;p287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287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287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287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287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287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287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287"/>
            <p:cNvSpPr/>
            <p:nvPr/>
          </p:nvSpPr>
          <p:spPr>
            <a:xfrm rot="5400000">
              <a:off x="-14598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287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287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31" name="Google Shape;5331;p287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5332" name="Google Shape;5332;p287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33" name="Google Shape;5333;p287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5334" name="Google Shape;5334;p287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5" name="Google Shape;5335;p287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6" name="Google Shape;5336;p287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7" name="Google Shape;5337;p287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338" name="Google Shape;5338;p287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53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1" name="Google Shape;5341;p289"/>
          <p:cNvSpPr txBox="1">
            <a:spLocks noGrp="1"/>
          </p:cNvSpPr>
          <p:nvPr>
            <p:ph type="title" hasCustomPrompt="1"/>
          </p:nvPr>
        </p:nvSpPr>
        <p:spPr>
          <a:xfrm>
            <a:off x="715100" y="13736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42" name="Google Shape;5342;p289"/>
          <p:cNvSpPr txBox="1">
            <a:spLocks noGrp="1"/>
          </p:cNvSpPr>
          <p:nvPr>
            <p:ph type="subTitle" idx="1"/>
          </p:nvPr>
        </p:nvSpPr>
        <p:spPr>
          <a:xfrm>
            <a:off x="16495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3" name="Google Shape;5343;p289"/>
          <p:cNvSpPr txBox="1">
            <a:spLocks noGrp="1"/>
          </p:cNvSpPr>
          <p:nvPr>
            <p:ph type="title" idx="2" hasCustomPrompt="1"/>
          </p:nvPr>
        </p:nvSpPr>
        <p:spPr>
          <a:xfrm>
            <a:off x="4064600" y="1373650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44" name="Google Shape;5344;p289"/>
          <p:cNvSpPr txBox="1">
            <a:spLocks noGrp="1"/>
          </p:cNvSpPr>
          <p:nvPr>
            <p:ph type="subTitle" idx="3"/>
          </p:nvPr>
        </p:nvSpPr>
        <p:spPr>
          <a:xfrm>
            <a:off x="4999093" y="20846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5" name="Google Shape;5345;p289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46" name="Google Shape;5346;p289"/>
          <p:cNvSpPr txBox="1">
            <a:spLocks noGrp="1"/>
          </p:cNvSpPr>
          <p:nvPr>
            <p:ph type="subTitle" idx="5"/>
          </p:nvPr>
        </p:nvSpPr>
        <p:spPr>
          <a:xfrm>
            <a:off x="16495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7" name="Google Shape;5347;p289"/>
          <p:cNvSpPr txBox="1">
            <a:spLocks noGrp="1"/>
          </p:cNvSpPr>
          <p:nvPr>
            <p:ph type="title" idx="6" hasCustomPrompt="1"/>
          </p:nvPr>
        </p:nvSpPr>
        <p:spPr>
          <a:xfrm>
            <a:off x="4064600" y="3163049"/>
            <a:ext cx="858300" cy="7134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48" name="Google Shape;5348;p289"/>
          <p:cNvSpPr txBox="1">
            <a:spLocks noGrp="1"/>
          </p:cNvSpPr>
          <p:nvPr>
            <p:ph type="subTitle" idx="7"/>
          </p:nvPr>
        </p:nvSpPr>
        <p:spPr>
          <a:xfrm>
            <a:off x="4999093" y="38953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9" name="Google Shape;5349;p289"/>
          <p:cNvSpPr txBox="1">
            <a:spLocks noGrp="1"/>
          </p:cNvSpPr>
          <p:nvPr>
            <p:ph type="sldNum" idx="12"/>
          </p:nvPr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algn="ctr">
              <a:spcAft>
                <a:spcPts val="0"/>
              </a:spcAft>
              <a:buNone/>
              <a:defRPr sz="10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50" name="Google Shape;5350;p289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351" name="Google Shape;5351;p289"/>
          <p:cNvSpPr txBox="1">
            <a:spLocks noGrp="1"/>
          </p:cNvSpPr>
          <p:nvPr>
            <p:ph type="subTitle" idx="9"/>
          </p:nvPr>
        </p:nvSpPr>
        <p:spPr>
          <a:xfrm>
            <a:off x="16446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352" name="Google Shape;5352;p289"/>
          <p:cNvSpPr txBox="1">
            <a:spLocks noGrp="1"/>
          </p:cNvSpPr>
          <p:nvPr>
            <p:ph type="subTitle" idx="13"/>
          </p:nvPr>
        </p:nvSpPr>
        <p:spPr>
          <a:xfrm>
            <a:off x="4999093" y="1373650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353" name="Google Shape;5353;p289"/>
          <p:cNvSpPr txBox="1">
            <a:spLocks noGrp="1"/>
          </p:cNvSpPr>
          <p:nvPr>
            <p:ph type="subTitle" idx="14"/>
          </p:nvPr>
        </p:nvSpPr>
        <p:spPr>
          <a:xfrm>
            <a:off x="16446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354" name="Google Shape;5354;p289"/>
          <p:cNvSpPr txBox="1">
            <a:spLocks noGrp="1"/>
          </p:cNvSpPr>
          <p:nvPr>
            <p:ph type="subTitle" idx="15"/>
          </p:nvPr>
        </p:nvSpPr>
        <p:spPr>
          <a:xfrm>
            <a:off x="4999093" y="3179825"/>
            <a:ext cx="21171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355" name="Google Shape;5355;p289"/>
          <p:cNvGrpSpPr/>
          <p:nvPr/>
        </p:nvGrpSpPr>
        <p:grpSpPr>
          <a:xfrm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5356" name="Google Shape;5356;p289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289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289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289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289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289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289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289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289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289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289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289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28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289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289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28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289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4" name="Google Shape;5374;p290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6504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5375" name="Google Shape;5375;p290"/>
          <p:cNvGrpSpPr/>
          <p:nvPr/>
        </p:nvGrpSpPr>
        <p:grpSpPr>
          <a:xfrm>
            <a:off x="7594627" y="-48"/>
            <a:ext cx="1559299" cy="5143534"/>
            <a:chOff x="-14073" y="-48"/>
            <a:chExt cx="1559299" cy="5143534"/>
          </a:xfrm>
        </p:grpSpPr>
        <p:sp>
          <p:nvSpPr>
            <p:cNvPr id="5376" name="Google Shape;5376;p290"/>
            <p:cNvSpPr/>
            <p:nvPr/>
          </p:nvSpPr>
          <p:spPr>
            <a:xfrm rot="5400000">
              <a:off x="-8135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290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290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290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290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290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290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290"/>
            <p:cNvSpPr/>
            <p:nvPr/>
          </p:nvSpPr>
          <p:spPr>
            <a:xfrm rot="5400000">
              <a:off x="-1407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290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290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86" name="Google Shape;5386;p290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5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8" name="Google Shape;5388;p29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5389" name="Google Shape;5389;p291"/>
          <p:cNvGrpSpPr/>
          <p:nvPr/>
        </p:nvGrpSpPr>
        <p:grpSpPr>
          <a:xfrm rot="-5400000">
            <a:off x="6033772" y="2043293"/>
            <a:ext cx="5173395" cy="1066931"/>
            <a:chOff x="3970605" y="1540"/>
            <a:chExt cx="5173395" cy="1066931"/>
          </a:xfrm>
        </p:grpSpPr>
        <p:sp>
          <p:nvSpPr>
            <p:cNvPr id="5390" name="Google Shape;5390;p291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91" name="Google Shape;5391;p291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5392" name="Google Shape;5392;p291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3" name="Google Shape;5393;p291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4" name="Google Shape;5394;p291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5" name="Google Shape;5395;p291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396" name="Google Shape;5396;p291"/>
          <p:cNvSpPr txBox="1"/>
          <p:nvPr/>
        </p:nvSpPr>
        <p:spPr>
          <a:xfrm>
            <a:off x="72922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">
    <p:spTree>
      <p:nvGrpSpPr>
        <p:cNvPr id="1" name="Shape 5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8" name="Google Shape;5398;p29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5399" name="Google Shape;5399;p292"/>
          <p:cNvGrpSpPr/>
          <p:nvPr/>
        </p:nvGrpSpPr>
        <p:grpSpPr>
          <a:xfrm>
            <a:off x="7670071" y="0"/>
            <a:ext cx="1473929" cy="5143556"/>
            <a:chOff x="7670071" y="0"/>
            <a:chExt cx="1473929" cy="5143556"/>
          </a:xfrm>
        </p:grpSpPr>
        <p:sp>
          <p:nvSpPr>
            <p:cNvPr id="5400" name="Google Shape;5400;p292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5"/>
                  </a:lnTo>
                  <a:lnTo>
                    <a:pt x="58405" y="524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292"/>
            <p:cNvSpPr/>
            <p:nvPr/>
          </p:nvSpPr>
          <p:spPr>
            <a:xfrm flipH="1">
              <a:off x="7680525" y="0"/>
              <a:ext cx="1460150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58405" y="52445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292"/>
            <p:cNvSpPr/>
            <p:nvPr/>
          </p:nvSpPr>
          <p:spPr>
            <a:xfrm flipH="1">
              <a:off x="7971900" y="216850"/>
              <a:ext cx="877425" cy="877425"/>
            </a:xfrm>
            <a:custGeom>
              <a:avLst/>
              <a:gdLst/>
              <a:ahLst/>
              <a:cxnLst/>
              <a:rect l="l" t="t" r="r" b="b"/>
              <a:pathLst>
                <a:path w="35097" h="35097" extrusionOk="0">
                  <a:moveTo>
                    <a:pt x="31227" y="10543"/>
                  </a:moveTo>
                  <a:cubicBezTo>
                    <a:pt x="35097" y="18105"/>
                    <a:pt x="32117" y="27357"/>
                    <a:pt x="24555" y="31227"/>
                  </a:cubicBezTo>
                  <a:cubicBezTo>
                    <a:pt x="16993" y="35097"/>
                    <a:pt x="7741" y="32116"/>
                    <a:pt x="3871" y="24555"/>
                  </a:cubicBezTo>
                  <a:cubicBezTo>
                    <a:pt x="1" y="16993"/>
                    <a:pt x="2981" y="7741"/>
                    <a:pt x="10543" y="3871"/>
                  </a:cubicBezTo>
                  <a:cubicBezTo>
                    <a:pt x="18105" y="1"/>
                    <a:pt x="27357" y="2981"/>
                    <a:pt x="31227" y="1054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292"/>
            <p:cNvSpPr/>
            <p:nvPr/>
          </p:nvSpPr>
          <p:spPr>
            <a:xfrm flipH="1">
              <a:off x="7902950" y="271350"/>
              <a:ext cx="794025" cy="640550"/>
            </a:xfrm>
            <a:custGeom>
              <a:avLst/>
              <a:gdLst/>
              <a:ahLst/>
              <a:cxnLst/>
              <a:rect l="l" t="t" r="r" b="b"/>
              <a:pathLst>
                <a:path w="31761" h="25622" extrusionOk="0">
                  <a:moveTo>
                    <a:pt x="11433" y="0"/>
                  </a:moveTo>
                  <a:cubicBezTo>
                    <a:pt x="7073" y="0"/>
                    <a:pt x="2937" y="1824"/>
                    <a:pt x="1" y="5116"/>
                  </a:cubicBezTo>
                  <a:lnTo>
                    <a:pt x="22909" y="25622"/>
                  </a:lnTo>
                  <a:cubicBezTo>
                    <a:pt x="31761" y="15747"/>
                    <a:pt x="24733" y="0"/>
                    <a:pt x="11433" y="0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292"/>
            <p:cNvSpPr/>
            <p:nvPr/>
          </p:nvSpPr>
          <p:spPr>
            <a:xfrm flipH="1">
              <a:off x="7760249" y="1311100"/>
              <a:ext cx="1380426" cy="1311125"/>
            </a:xfrm>
            <a:custGeom>
              <a:avLst/>
              <a:gdLst/>
              <a:ahLst/>
              <a:cxnLst/>
              <a:rect l="l" t="t" r="r" b="b"/>
              <a:pathLst>
                <a:path w="58406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58405" y="52444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292"/>
            <p:cNvSpPr/>
            <p:nvPr/>
          </p:nvSpPr>
          <p:spPr>
            <a:xfrm flipH="1">
              <a:off x="8411150" y="1311100"/>
              <a:ext cx="729525" cy="1311125"/>
            </a:xfrm>
            <a:custGeom>
              <a:avLst/>
              <a:gdLst/>
              <a:ahLst/>
              <a:cxnLst/>
              <a:rect l="l" t="t" r="r" b="b"/>
              <a:pathLst>
                <a:path w="29181" h="52445" extrusionOk="0">
                  <a:moveTo>
                    <a:pt x="1" y="1"/>
                  </a:moveTo>
                  <a:lnTo>
                    <a:pt x="1" y="52444"/>
                  </a:lnTo>
                  <a:lnTo>
                    <a:pt x="29181" y="524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292"/>
            <p:cNvSpPr/>
            <p:nvPr/>
          </p:nvSpPr>
          <p:spPr>
            <a:xfrm flipH="1">
              <a:off x="7680525" y="1311100"/>
              <a:ext cx="730650" cy="1311125"/>
            </a:xfrm>
            <a:custGeom>
              <a:avLst/>
              <a:gdLst/>
              <a:ahLst/>
              <a:cxnLst/>
              <a:rect l="l" t="t" r="r" b="b"/>
              <a:pathLst>
                <a:path w="29226" h="52445" extrusionOk="0">
                  <a:moveTo>
                    <a:pt x="1" y="52444"/>
                  </a:moveTo>
                  <a:lnTo>
                    <a:pt x="29225" y="1"/>
                  </a:lnTo>
                  <a:lnTo>
                    <a:pt x="29225" y="52444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19866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292"/>
            <p:cNvSpPr/>
            <p:nvPr/>
          </p:nvSpPr>
          <p:spPr>
            <a:xfrm flipH="1">
              <a:off x="8719175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292"/>
            <p:cNvSpPr/>
            <p:nvPr/>
          </p:nvSpPr>
          <p:spPr>
            <a:xfrm flipH="1">
              <a:off x="7670071" y="1311100"/>
              <a:ext cx="421500" cy="757325"/>
            </a:xfrm>
            <a:custGeom>
              <a:avLst/>
              <a:gdLst/>
              <a:ahLst/>
              <a:cxnLst/>
              <a:rect l="l" t="t" r="r" b="b"/>
              <a:pathLst>
                <a:path w="16860" h="30293" extrusionOk="0">
                  <a:moveTo>
                    <a:pt x="16859" y="1"/>
                  </a:moveTo>
                  <a:lnTo>
                    <a:pt x="1" y="30292"/>
                  </a:lnTo>
                  <a:lnTo>
                    <a:pt x="16859" y="30292"/>
                  </a:lnTo>
                  <a:lnTo>
                    <a:pt x="16859" y="1"/>
                  </a:lnTo>
                  <a:close/>
                </a:path>
              </a:pathLst>
            </a:custGeom>
            <a:solidFill>
              <a:srgbClr val="1B1B2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292"/>
            <p:cNvSpPr/>
            <p:nvPr/>
          </p:nvSpPr>
          <p:spPr>
            <a:xfrm flipH="1">
              <a:off x="7680525" y="1311100"/>
              <a:ext cx="1460150" cy="757325"/>
            </a:xfrm>
            <a:custGeom>
              <a:avLst/>
              <a:gdLst/>
              <a:ahLst/>
              <a:cxnLst/>
              <a:rect l="l" t="t" r="r" b="b"/>
              <a:pathLst>
                <a:path w="58406" h="30293" extrusionOk="0">
                  <a:moveTo>
                    <a:pt x="1" y="1"/>
                  </a:moveTo>
                  <a:lnTo>
                    <a:pt x="16859" y="30292"/>
                  </a:lnTo>
                  <a:lnTo>
                    <a:pt x="41547" y="30292"/>
                  </a:lnTo>
                  <a:lnTo>
                    <a:pt x="58405" y="1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292"/>
            <p:cNvSpPr/>
            <p:nvPr/>
          </p:nvSpPr>
          <p:spPr>
            <a:xfrm flipH="1">
              <a:off x="7684348" y="2623385"/>
              <a:ext cx="1459104" cy="1316675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292"/>
            <p:cNvSpPr/>
            <p:nvPr/>
          </p:nvSpPr>
          <p:spPr>
            <a:xfrm flipH="1">
              <a:off x="7683801" y="2623385"/>
              <a:ext cx="1460199" cy="1316675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292"/>
            <p:cNvSpPr/>
            <p:nvPr/>
          </p:nvSpPr>
          <p:spPr>
            <a:xfrm flipH="1">
              <a:off x="7673375" y="3320635"/>
              <a:ext cx="616638" cy="619425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13" name="Google Shape;5413;p292"/>
            <p:cNvGrpSpPr/>
            <p:nvPr/>
          </p:nvGrpSpPr>
          <p:grpSpPr>
            <a:xfrm flipH="1">
              <a:off x="7680608" y="3940050"/>
              <a:ext cx="1463392" cy="1203506"/>
              <a:chOff x="573525" y="4012581"/>
              <a:chExt cx="1463392" cy="1203506"/>
            </a:xfrm>
          </p:grpSpPr>
          <p:sp>
            <p:nvSpPr>
              <p:cNvPr id="5414" name="Google Shape;5414;p292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5" name="Google Shape;5415;p292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16" name="Google Shape;5416;p292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2_1_1">
    <p:spTree>
      <p:nvGrpSpPr>
        <p:cNvPr id="1" name="Shape 5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8" name="Google Shape;5418;p29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5419" name="Google Shape;5419;p293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5420" name="Google Shape;5420;p293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293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293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293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293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293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293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293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293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293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293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293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293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293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293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293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293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37" name="Google Shape;5437;p293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2_1_1_1">
    <p:spTree>
      <p:nvGrpSpPr>
        <p:cNvPr id="1" name="Shape 5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9" name="Google Shape;5439;p294"/>
          <p:cNvSpPr txBox="1">
            <a:spLocks noGrp="1"/>
          </p:cNvSpPr>
          <p:nvPr>
            <p:ph type="title"/>
          </p:nvPr>
        </p:nvSpPr>
        <p:spPr>
          <a:xfrm>
            <a:off x="1530300" y="445025"/>
            <a:ext cx="6893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5440" name="Google Shape;5440;p294"/>
          <p:cNvGrpSpPr/>
          <p:nvPr/>
        </p:nvGrpSpPr>
        <p:grpSpPr>
          <a:xfrm rot="-5400000">
            <a:off x="-2053228" y="2043293"/>
            <a:ext cx="5173395" cy="1066931"/>
            <a:chOff x="3970605" y="1540"/>
            <a:chExt cx="5173395" cy="1066931"/>
          </a:xfrm>
        </p:grpSpPr>
        <p:sp>
          <p:nvSpPr>
            <p:cNvPr id="5441" name="Google Shape;5441;p294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42" name="Google Shape;5442;p294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5443" name="Google Shape;5443;p294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4" name="Google Shape;5444;p294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5" name="Google Shape;5445;p294"/>
              <p:cNvSpPr/>
              <p:nvPr/>
            </p:nvSpPr>
            <p:spPr>
              <a:xfrm rot="10800000"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6" name="Google Shape;5446;p294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47" name="Google Shape;5447;p294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2_1_1_1_1">
    <p:spTree>
      <p:nvGrpSpPr>
        <p:cNvPr id="1" name="Shape 5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9" name="Google Shape;5449;p295"/>
          <p:cNvSpPr txBox="1">
            <a:spLocks noGrp="1"/>
          </p:cNvSpPr>
          <p:nvPr>
            <p:ph type="title"/>
          </p:nvPr>
        </p:nvSpPr>
        <p:spPr>
          <a:xfrm>
            <a:off x="1757375" y="445025"/>
            <a:ext cx="6666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5450" name="Google Shape;5450;p295"/>
          <p:cNvGrpSpPr/>
          <p:nvPr/>
        </p:nvGrpSpPr>
        <p:grpSpPr>
          <a:xfrm flipH="1">
            <a:off x="-16637" y="0"/>
            <a:ext cx="1463475" cy="5143556"/>
            <a:chOff x="7680525" y="0"/>
            <a:chExt cx="1463475" cy="5143556"/>
          </a:xfrm>
        </p:grpSpPr>
        <p:grpSp>
          <p:nvGrpSpPr>
            <p:cNvPr id="5451" name="Google Shape;5451;p295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5452" name="Google Shape;5452;p295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3" name="Google Shape;5453;p295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4" name="Google Shape;5454;p295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5" name="Google Shape;5455;p295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6" name="Google Shape;5456;p295"/>
              <p:cNvSpPr/>
              <p:nvPr/>
            </p:nvSpPr>
            <p:spPr>
              <a:xfrm>
                <a:off x="4025675" y="1517100"/>
                <a:ext cx="1459128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7" name="Google Shape;5457;p295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8" name="Google Shape;5458;p295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9" name="Google Shape;5459;p295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0" name="Google Shape;5460;p295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1" name="Google Shape;5461;p295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2" name="Google Shape;5462;p295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3" name="Google Shape;5463;p295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4" name="Google Shape;5464;p295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65" name="Google Shape;5465;p295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5466" name="Google Shape;5466;p295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7" name="Google Shape;5467;p295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68" name="Google Shape;5468;p295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2_1_1_1_1_1">
    <p:spTree>
      <p:nvGrpSpPr>
        <p:cNvPr id="1" name="Shape 5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0" name="Google Shape;5470;p296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471" name="Google Shape;5471;p296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3" name="Google Shape;5473;p297"/>
          <p:cNvSpPr txBox="1">
            <a:spLocks noGrp="1"/>
          </p:cNvSpPr>
          <p:nvPr>
            <p:ph type="title"/>
          </p:nvPr>
        </p:nvSpPr>
        <p:spPr>
          <a:xfrm>
            <a:off x="2614075" y="308745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74" name="Google Shape;5474;p297"/>
          <p:cNvSpPr txBox="1">
            <a:spLocks noGrp="1"/>
          </p:cNvSpPr>
          <p:nvPr>
            <p:ph type="subTitle" idx="1"/>
          </p:nvPr>
        </p:nvSpPr>
        <p:spPr>
          <a:xfrm>
            <a:off x="2614075" y="1524150"/>
            <a:ext cx="5790300" cy="15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475" name="Google Shape;5475;p297"/>
          <p:cNvSpPr/>
          <p:nvPr/>
        </p:nvSpPr>
        <p:spPr>
          <a:xfrm rot="-5400000">
            <a:off x="-91280" y="3516910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0" y="0"/>
                </a:moveTo>
                <a:lnTo>
                  <a:pt x="58627" y="0"/>
                </a:lnTo>
                <a:lnTo>
                  <a:pt x="58627" y="52666"/>
                </a:lnTo>
                <a:lnTo>
                  <a:pt x="0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6" name="Google Shape;5476;p297"/>
          <p:cNvSpPr/>
          <p:nvPr/>
        </p:nvSpPr>
        <p:spPr>
          <a:xfrm rot="-5400000">
            <a:off x="-91923" y="3516267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58672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7" name="Google Shape;5477;p297"/>
          <p:cNvSpPr/>
          <p:nvPr/>
        </p:nvSpPr>
        <p:spPr>
          <a:xfrm rot="-5400000">
            <a:off x="-91280" y="1801991"/>
            <a:ext cx="1713696" cy="1539456"/>
          </a:xfrm>
          <a:custGeom>
            <a:avLst/>
            <a:gdLst/>
            <a:ahLst/>
            <a:cxnLst/>
            <a:rect l="l" t="t" r="r" b="b"/>
            <a:pathLst>
              <a:path w="58628" h="52667" extrusionOk="0">
                <a:moveTo>
                  <a:pt x="1" y="0"/>
                </a:moveTo>
                <a:lnTo>
                  <a:pt x="1" y="52666"/>
                </a:lnTo>
                <a:lnTo>
                  <a:pt x="58627" y="52666"/>
                </a:lnTo>
                <a:lnTo>
                  <a:pt x="5862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8" name="Google Shape;5478;p297"/>
          <p:cNvSpPr/>
          <p:nvPr/>
        </p:nvSpPr>
        <p:spPr>
          <a:xfrm rot="-5400000">
            <a:off x="83587" y="1889758"/>
            <a:ext cx="1362644" cy="1363930"/>
          </a:xfrm>
          <a:custGeom>
            <a:avLst/>
            <a:gdLst/>
            <a:ahLst/>
            <a:cxnLst/>
            <a:rect l="l" t="t" r="r" b="b"/>
            <a:pathLst>
              <a:path w="46618" h="46662" extrusionOk="0">
                <a:moveTo>
                  <a:pt x="28914" y="3114"/>
                </a:moveTo>
                <a:cubicBezTo>
                  <a:pt x="40079" y="6184"/>
                  <a:pt x="46617" y="17749"/>
                  <a:pt x="43504" y="28958"/>
                </a:cubicBezTo>
                <a:cubicBezTo>
                  <a:pt x="40434" y="40123"/>
                  <a:pt x="28869" y="46662"/>
                  <a:pt x="17704" y="43548"/>
                </a:cubicBezTo>
                <a:cubicBezTo>
                  <a:pt x="6539" y="40479"/>
                  <a:pt x="1" y="28914"/>
                  <a:pt x="3070" y="17749"/>
                </a:cubicBezTo>
                <a:cubicBezTo>
                  <a:pt x="6184" y="6584"/>
                  <a:pt x="17749" y="1"/>
                  <a:pt x="28914" y="3114"/>
                </a:cubicBez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9" name="Google Shape;5479;p297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58672" y="0"/>
                </a:lnTo>
                <a:close/>
              </a:path>
            </a:pathLst>
          </a:custGeom>
          <a:solidFill>
            <a:srgbClr val="5635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0" name="Google Shape;5480;p297"/>
          <p:cNvSpPr/>
          <p:nvPr/>
        </p:nvSpPr>
        <p:spPr>
          <a:xfrm rot="-5400000">
            <a:off x="-97150" y="87715"/>
            <a:ext cx="1714983" cy="1539456"/>
          </a:xfrm>
          <a:custGeom>
            <a:avLst/>
            <a:gdLst/>
            <a:ahLst/>
            <a:cxnLst/>
            <a:rect l="l" t="t" r="r" b="b"/>
            <a:pathLst>
              <a:path w="58672" h="52667" extrusionOk="0">
                <a:moveTo>
                  <a:pt x="0" y="0"/>
                </a:moveTo>
                <a:lnTo>
                  <a:pt x="0" y="52666"/>
                </a:lnTo>
                <a:lnTo>
                  <a:pt x="58672" y="52666"/>
                </a:lnTo>
                <a:lnTo>
                  <a:pt x="0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1" name="Google Shape;5481;p297"/>
          <p:cNvSpPr/>
          <p:nvPr/>
        </p:nvSpPr>
        <p:spPr>
          <a:xfrm rot="-5400000">
            <a:off x="332160" y="1368624"/>
            <a:ext cx="856848" cy="1539456"/>
          </a:xfrm>
          <a:custGeom>
            <a:avLst/>
            <a:gdLst/>
            <a:ahLst/>
            <a:cxnLst/>
            <a:rect l="l" t="t" r="r" b="b"/>
            <a:pathLst>
              <a:path w="29314" h="52667" extrusionOk="0">
                <a:moveTo>
                  <a:pt x="29313" y="0"/>
                </a:moveTo>
                <a:lnTo>
                  <a:pt x="0" y="26333"/>
                </a:lnTo>
                <a:lnTo>
                  <a:pt x="29313" y="52666"/>
                </a:lnTo>
                <a:close/>
              </a:path>
            </a:pathLst>
          </a:cu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2" name="Google Shape;5482;p297"/>
          <p:cNvSpPr/>
          <p:nvPr/>
        </p:nvSpPr>
        <p:spPr>
          <a:xfrm rot="-5400000">
            <a:off x="821503" y="3428524"/>
            <a:ext cx="724232" cy="724232"/>
          </a:xfrm>
          <a:custGeom>
            <a:avLst/>
            <a:gdLst/>
            <a:ahLst/>
            <a:cxnLst/>
            <a:rect l="l" t="t" r="r" b="b"/>
            <a:pathLst>
              <a:path w="24777" h="24777" extrusionOk="0">
                <a:moveTo>
                  <a:pt x="24777" y="0"/>
                </a:moveTo>
                <a:cubicBezTo>
                  <a:pt x="11076" y="0"/>
                  <a:pt x="0" y="11076"/>
                  <a:pt x="0" y="24776"/>
                </a:cubicBezTo>
                <a:lnTo>
                  <a:pt x="24777" y="24776"/>
                </a:lnTo>
                <a:lnTo>
                  <a:pt x="24777" y="0"/>
                </a:lnTo>
                <a:close/>
              </a:path>
            </a:pathLst>
          </a:cu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3" name="Google Shape;5483;p297"/>
          <p:cNvSpPr/>
          <p:nvPr/>
        </p:nvSpPr>
        <p:spPr>
          <a:xfrm rot="-5400000">
            <a:off x="374185" y="507044"/>
            <a:ext cx="781435" cy="700818"/>
          </a:xfrm>
          <a:custGeom>
            <a:avLst/>
            <a:gdLst/>
            <a:ahLst/>
            <a:cxnLst/>
            <a:rect l="l" t="t" r="r" b="b"/>
            <a:pathLst>
              <a:path w="26734" h="23976" extrusionOk="0">
                <a:moveTo>
                  <a:pt x="0" y="0"/>
                </a:moveTo>
                <a:lnTo>
                  <a:pt x="26734" y="0"/>
                </a:lnTo>
                <a:lnTo>
                  <a:pt x="26734" y="23976"/>
                </a:lnTo>
                <a:lnTo>
                  <a:pt x="0" y="2397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4" name="Google Shape;5484;p297"/>
          <p:cNvSpPr/>
          <p:nvPr/>
        </p:nvSpPr>
        <p:spPr>
          <a:xfrm rot="-5400000">
            <a:off x="332145" y="2231917"/>
            <a:ext cx="856877" cy="1539456"/>
          </a:xfrm>
          <a:custGeom>
            <a:avLst/>
            <a:gdLst/>
            <a:ahLst/>
            <a:cxnLst/>
            <a:rect l="l" t="t" r="r" b="b"/>
            <a:pathLst>
              <a:path w="29315" h="52667" extrusionOk="0">
                <a:moveTo>
                  <a:pt x="1" y="0"/>
                </a:moveTo>
                <a:lnTo>
                  <a:pt x="1" y="52666"/>
                </a:lnTo>
                <a:lnTo>
                  <a:pt x="29314" y="26333"/>
                </a:lnTo>
                <a:lnTo>
                  <a:pt x="1" y="0"/>
                </a:lnTo>
                <a:close/>
              </a:path>
            </a:pathLst>
          </a:custGeom>
          <a:solidFill>
            <a:srgbClr val="FF6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5" name="Google Shape;5485;p297"/>
          <p:cNvSpPr txBox="1"/>
          <p:nvPr/>
        </p:nvSpPr>
        <p:spPr>
          <a:xfrm>
            <a:off x="788020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5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7" name="Google Shape;5487;p298"/>
          <p:cNvSpPr txBox="1">
            <a:spLocks noGrp="1"/>
          </p:cNvSpPr>
          <p:nvPr>
            <p:ph type="subTitle" idx="1"/>
          </p:nvPr>
        </p:nvSpPr>
        <p:spPr>
          <a:xfrm>
            <a:off x="720000" y="2647200"/>
            <a:ext cx="2907600" cy="10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8" name="Google Shape;5488;p298"/>
          <p:cNvSpPr txBox="1">
            <a:spLocks noGrp="1"/>
          </p:cNvSpPr>
          <p:nvPr>
            <p:ph type="title"/>
          </p:nvPr>
        </p:nvSpPr>
        <p:spPr>
          <a:xfrm>
            <a:off x="720000" y="2116888"/>
            <a:ext cx="326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5489" name="Google Shape;5489;p298"/>
          <p:cNvGrpSpPr/>
          <p:nvPr/>
        </p:nvGrpSpPr>
        <p:grpSpPr>
          <a:xfrm rot="10800000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5490" name="Google Shape;5490;p298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5491" name="Google Shape;5491;p298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2" name="Google Shape;5492;p298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3" name="Google Shape;5493;p298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4" name="Google Shape;5494;p298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5" name="Google Shape;5495;p298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6" name="Google Shape;5496;p298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7" name="Google Shape;5497;p298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8" name="Google Shape;5498;p298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9" name="Google Shape;5499;p298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0" name="Google Shape;5500;p298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1" name="Google Shape;5501;p298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2" name="Google Shape;5502;p298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3" name="Google Shape;5503;p298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4" name="Google Shape;5504;p298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05" name="Google Shape;5505;p298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6" name="Google Shape;5506;p298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5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8" name="Google Shape;5508;p299"/>
          <p:cNvGrpSpPr/>
          <p:nvPr/>
        </p:nvGrpSpPr>
        <p:grpSpPr>
          <a:xfrm>
            <a:off x="7601662" y="-17232"/>
            <a:ext cx="1542338" cy="5160073"/>
            <a:chOff x="7610237" y="2627"/>
            <a:chExt cx="1542338" cy="5160073"/>
          </a:xfrm>
        </p:grpSpPr>
        <p:sp>
          <p:nvSpPr>
            <p:cNvPr id="5509" name="Google Shape;5509;p299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299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299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299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299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299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299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299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299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299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299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299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29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299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3" name="Google Shape;5523;p299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4" name="Google Shape;5524;p299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299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26" name="Google Shape;5526;p299"/>
          <p:cNvSpPr txBox="1">
            <a:spLocks noGrp="1"/>
          </p:cNvSpPr>
          <p:nvPr>
            <p:ph type="subTitle" idx="1"/>
          </p:nvPr>
        </p:nvSpPr>
        <p:spPr>
          <a:xfrm>
            <a:off x="720000" y="1182900"/>
            <a:ext cx="6578100" cy="33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27" name="Google Shape;5527;p29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6578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528" name="Google Shape;5528;p299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5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" name="Google Shape;5530;p300"/>
          <p:cNvSpPr txBox="1">
            <a:spLocks noGrp="1"/>
          </p:cNvSpPr>
          <p:nvPr>
            <p:ph type="subTitle" idx="1"/>
          </p:nvPr>
        </p:nvSpPr>
        <p:spPr>
          <a:xfrm>
            <a:off x="719988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31" name="Google Shape;5531;p300"/>
          <p:cNvSpPr txBox="1">
            <a:spLocks noGrp="1"/>
          </p:cNvSpPr>
          <p:nvPr>
            <p:ph type="subTitle" idx="2"/>
          </p:nvPr>
        </p:nvSpPr>
        <p:spPr>
          <a:xfrm>
            <a:off x="4374813" y="32492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32" name="Google Shape;5532;p300"/>
          <p:cNvSpPr txBox="1">
            <a:spLocks noGrp="1"/>
          </p:cNvSpPr>
          <p:nvPr>
            <p:ph type="subTitle" idx="3"/>
          </p:nvPr>
        </p:nvSpPr>
        <p:spPr>
          <a:xfrm>
            <a:off x="719988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33" name="Google Shape;5533;p300"/>
          <p:cNvSpPr txBox="1">
            <a:spLocks noGrp="1"/>
          </p:cNvSpPr>
          <p:nvPr>
            <p:ph type="subTitle" idx="4"/>
          </p:nvPr>
        </p:nvSpPr>
        <p:spPr>
          <a:xfrm>
            <a:off x="4374813" y="3710900"/>
            <a:ext cx="2391300" cy="51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34" name="Google Shape;5534;p30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5535" name="Google Shape;5535;p300"/>
          <p:cNvGrpSpPr/>
          <p:nvPr/>
        </p:nvGrpSpPr>
        <p:grpSpPr>
          <a:xfrm flipH="1">
            <a:off x="7601662" y="-8302"/>
            <a:ext cx="1542338" cy="5160073"/>
            <a:chOff x="7610237" y="2627"/>
            <a:chExt cx="1542338" cy="5160073"/>
          </a:xfrm>
        </p:grpSpPr>
        <p:sp>
          <p:nvSpPr>
            <p:cNvPr id="5536" name="Google Shape;5536;p300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300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300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300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300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300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300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300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300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300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300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300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30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300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300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5551;p300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5552;p300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53" name="Google Shape;5553;p300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5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5" name="Google Shape;5555;p301"/>
          <p:cNvSpPr txBox="1">
            <a:spLocks noGrp="1"/>
          </p:cNvSpPr>
          <p:nvPr>
            <p:ph type="subTitle" idx="1"/>
          </p:nvPr>
        </p:nvSpPr>
        <p:spPr>
          <a:xfrm>
            <a:off x="1703000" y="11865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56" name="Google Shape;5556;p301"/>
          <p:cNvSpPr txBox="1">
            <a:spLocks noGrp="1"/>
          </p:cNvSpPr>
          <p:nvPr>
            <p:ph type="subTitle" idx="2"/>
          </p:nvPr>
        </p:nvSpPr>
        <p:spPr>
          <a:xfrm>
            <a:off x="1703000" y="16319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57" name="Google Shape;5557;p301"/>
          <p:cNvSpPr txBox="1">
            <a:spLocks noGrp="1"/>
          </p:cNvSpPr>
          <p:nvPr>
            <p:ph type="subTitle" idx="3"/>
          </p:nvPr>
        </p:nvSpPr>
        <p:spPr>
          <a:xfrm>
            <a:off x="1703000" y="27403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58" name="Google Shape;5558;p301"/>
          <p:cNvSpPr txBox="1">
            <a:spLocks noGrp="1"/>
          </p:cNvSpPr>
          <p:nvPr>
            <p:ph type="subTitle" idx="4"/>
          </p:nvPr>
        </p:nvSpPr>
        <p:spPr>
          <a:xfrm>
            <a:off x="1703000" y="3848798"/>
            <a:ext cx="3400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59" name="Google Shape;5559;p30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560" name="Google Shape;5560;p301"/>
          <p:cNvSpPr txBox="1">
            <a:spLocks noGrp="1"/>
          </p:cNvSpPr>
          <p:nvPr>
            <p:ph type="subTitle" idx="5"/>
          </p:nvPr>
        </p:nvSpPr>
        <p:spPr>
          <a:xfrm>
            <a:off x="1703000" y="22949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61" name="Google Shape;5561;p301"/>
          <p:cNvSpPr txBox="1">
            <a:spLocks noGrp="1"/>
          </p:cNvSpPr>
          <p:nvPr>
            <p:ph type="subTitle" idx="6"/>
          </p:nvPr>
        </p:nvSpPr>
        <p:spPr>
          <a:xfrm>
            <a:off x="1703000" y="3403325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3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62" name="Google Shape;5562;p301"/>
          <p:cNvGrpSpPr/>
          <p:nvPr/>
        </p:nvGrpSpPr>
        <p:grpSpPr>
          <a:xfrm rot="10800000"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5563" name="Google Shape;5563;p301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301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301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301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301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301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301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301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301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301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301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301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30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301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301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301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5579;p301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0" name="Google Shape;5580;p301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5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2" name="Google Shape;5582;p302"/>
          <p:cNvSpPr txBox="1">
            <a:spLocks noGrp="1"/>
          </p:cNvSpPr>
          <p:nvPr>
            <p:ph type="subTitle" idx="1"/>
          </p:nvPr>
        </p:nvSpPr>
        <p:spPr>
          <a:xfrm>
            <a:off x="1523550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83" name="Google Shape;5583;p302"/>
          <p:cNvSpPr txBox="1">
            <a:spLocks noGrp="1"/>
          </p:cNvSpPr>
          <p:nvPr>
            <p:ph type="subTitle" idx="2"/>
          </p:nvPr>
        </p:nvSpPr>
        <p:spPr>
          <a:xfrm>
            <a:off x="15235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84" name="Google Shape;5584;p302"/>
          <p:cNvSpPr txBox="1">
            <a:spLocks noGrp="1"/>
          </p:cNvSpPr>
          <p:nvPr>
            <p:ph type="subTitle" idx="3"/>
          </p:nvPr>
        </p:nvSpPr>
        <p:spPr>
          <a:xfrm>
            <a:off x="4928049" y="2097908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85" name="Google Shape;5585;p302"/>
          <p:cNvSpPr txBox="1">
            <a:spLocks noGrp="1"/>
          </p:cNvSpPr>
          <p:nvPr>
            <p:ph type="subTitle" idx="4"/>
          </p:nvPr>
        </p:nvSpPr>
        <p:spPr>
          <a:xfrm>
            <a:off x="15235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86" name="Google Shape;5586;p302"/>
          <p:cNvSpPr txBox="1">
            <a:spLocks noGrp="1"/>
          </p:cNvSpPr>
          <p:nvPr>
            <p:ph type="subTitle" idx="5"/>
          </p:nvPr>
        </p:nvSpPr>
        <p:spPr>
          <a:xfrm>
            <a:off x="4928049" y="3487833"/>
            <a:ext cx="2594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87" name="Google Shape;5587;p30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588" name="Google Shape;5588;p302"/>
          <p:cNvSpPr txBox="1">
            <a:spLocks noGrp="1"/>
          </p:cNvSpPr>
          <p:nvPr>
            <p:ph type="subTitle" idx="6"/>
          </p:nvPr>
        </p:nvSpPr>
        <p:spPr>
          <a:xfrm>
            <a:off x="1523550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89" name="Google Shape;5589;p302"/>
          <p:cNvSpPr txBox="1">
            <a:spLocks noGrp="1"/>
          </p:cNvSpPr>
          <p:nvPr>
            <p:ph type="subTitle" idx="7"/>
          </p:nvPr>
        </p:nvSpPr>
        <p:spPr>
          <a:xfrm>
            <a:off x="4928048" y="16980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90" name="Google Shape;5590;p302"/>
          <p:cNvSpPr txBox="1">
            <a:spLocks noGrp="1"/>
          </p:cNvSpPr>
          <p:nvPr>
            <p:ph type="subTitle" idx="8"/>
          </p:nvPr>
        </p:nvSpPr>
        <p:spPr>
          <a:xfrm>
            <a:off x="4928048" y="3087941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91" name="Google Shape;5591;p302"/>
          <p:cNvGrpSpPr/>
          <p:nvPr/>
        </p:nvGrpSpPr>
        <p:grpSpPr>
          <a:xfrm>
            <a:off x="7680525" y="0"/>
            <a:ext cx="1463475" cy="5143556"/>
            <a:chOff x="7680525" y="0"/>
            <a:chExt cx="1463475" cy="5143556"/>
          </a:xfrm>
        </p:grpSpPr>
        <p:grpSp>
          <p:nvGrpSpPr>
            <p:cNvPr id="5592" name="Google Shape;5592;p302"/>
            <p:cNvGrpSpPr/>
            <p:nvPr/>
          </p:nvGrpSpPr>
          <p:grpSpPr>
            <a:xfrm>
              <a:off x="7680525" y="0"/>
              <a:ext cx="1463475" cy="3940060"/>
              <a:chOff x="4022350" y="206000"/>
              <a:chExt cx="1463475" cy="3940060"/>
            </a:xfrm>
          </p:grpSpPr>
          <p:sp>
            <p:nvSpPr>
              <p:cNvPr id="5593" name="Google Shape;5593;p302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5"/>
                    </a:lnTo>
                    <a:lnTo>
                      <a:pt x="58405" y="5244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4" name="Google Shape;5594;p302"/>
              <p:cNvSpPr/>
              <p:nvPr/>
            </p:nvSpPr>
            <p:spPr>
              <a:xfrm>
                <a:off x="4025675" y="2060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58405" y="52445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5" name="Google Shape;5595;p302"/>
              <p:cNvSpPr/>
              <p:nvPr/>
            </p:nvSpPr>
            <p:spPr>
              <a:xfrm>
                <a:off x="4317025" y="422850"/>
                <a:ext cx="877425" cy="877425"/>
              </a:xfrm>
              <a:custGeom>
                <a:avLst/>
                <a:gdLst/>
                <a:ahLst/>
                <a:cxnLst/>
                <a:rect l="l" t="t" r="r" b="b"/>
                <a:pathLst>
                  <a:path w="35097" h="35097" extrusionOk="0">
                    <a:moveTo>
                      <a:pt x="31227" y="10543"/>
                    </a:moveTo>
                    <a:cubicBezTo>
                      <a:pt x="35097" y="18105"/>
                      <a:pt x="32117" y="27357"/>
                      <a:pt x="24555" y="31227"/>
                    </a:cubicBezTo>
                    <a:cubicBezTo>
                      <a:pt x="16993" y="35097"/>
                      <a:pt x="7741" y="32116"/>
                      <a:pt x="3871" y="24555"/>
                    </a:cubicBezTo>
                    <a:cubicBezTo>
                      <a:pt x="1" y="16993"/>
                      <a:pt x="2981" y="7741"/>
                      <a:pt x="10543" y="3871"/>
                    </a:cubicBezTo>
                    <a:cubicBezTo>
                      <a:pt x="18105" y="1"/>
                      <a:pt x="27357" y="2981"/>
                      <a:pt x="31227" y="1054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6" name="Google Shape;5596;p302"/>
              <p:cNvSpPr/>
              <p:nvPr/>
            </p:nvSpPr>
            <p:spPr>
              <a:xfrm>
                <a:off x="4469375" y="477350"/>
                <a:ext cx="794025" cy="640550"/>
              </a:xfrm>
              <a:custGeom>
                <a:avLst/>
                <a:gdLst/>
                <a:ahLst/>
                <a:cxnLst/>
                <a:rect l="l" t="t" r="r" b="b"/>
                <a:pathLst>
                  <a:path w="31761" h="25622" extrusionOk="0">
                    <a:moveTo>
                      <a:pt x="11433" y="0"/>
                    </a:moveTo>
                    <a:cubicBezTo>
                      <a:pt x="7073" y="0"/>
                      <a:pt x="2937" y="1824"/>
                      <a:pt x="1" y="5116"/>
                    </a:cubicBezTo>
                    <a:lnTo>
                      <a:pt x="22909" y="25622"/>
                    </a:lnTo>
                    <a:cubicBezTo>
                      <a:pt x="31761" y="15747"/>
                      <a:pt x="24733" y="0"/>
                      <a:pt x="11433" y="0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7" name="Google Shape;5597;p302"/>
              <p:cNvSpPr/>
              <p:nvPr/>
            </p:nvSpPr>
            <p:spPr>
              <a:xfrm>
                <a:off x="4025675" y="1517100"/>
                <a:ext cx="14601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58405" y="52444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8" name="Google Shape;5598;p302"/>
              <p:cNvSpPr/>
              <p:nvPr/>
            </p:nvSpPr>
            <p:spPr>
              <a:xfrm>
                <a:off x="4025675" y="1517100"/>
                <a:ext cx="729525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181" h="52445" extrusionOk="0">
                    <a:moveTo>
                      <a:pt x="1" y="1"/>
                    </a:moveTo>
                    <a:lnTo>
                      <a:pt x="1" y="52444"/>
                    </a:lnTo>
                    <a:lnTo>
                      <a:pt x="29181" y="5244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9" name="Google Shape;5599;p302"/>
              <p:cNvSpPr/>
              <p:nvPr/>
            </p:nvSpPr>
            <p:spPr>
              <a:xfrm>
                <a:off x="4755175" y="1517100"/>
                <a:ext cx="730650" cy="1311125"/>
              </a:xfrm>
              <a:custGeom>
                <a:avLst/>
                <a:gdLst/>
                <a:ahLst/>
                <a:cxnLst/>
                <a:rect l="l" t="t" r="r" b="b"/>
                <a:pathLst>
                  <a:path w="29226" h="52445" extrusionOk="0">
                    <a:moveTo>
                      <a:pt x="1" y="52444"/>
                    </a:moveTo>
                    <a:lnTo>
                      <a:pt x="29225" y="1"/>
                    </a:lnTo>
                    <a:lnTo>
                      <a:pt x="29225" y="52444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1619866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0" name="Google Shape;5600;p302"/>
              <p:cNvSpPr/>
              <p:nvPr/>
            </p:nvSpPr>
            <p:spPr>
              <a:xfrm>
                <a:off x="402567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B3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1" name="Google Shape;5601;p302"/>
              <p:cNvSpPr/>
              <p:nvPr/>
            </p:nvSpPr>
            <p:spPr>
              <a:xfrm>
                <a:off x="5064325" y="1517100"/>
                <a:ext cx="42150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16860" h="30293" extrusionOk="0">
                    <a:moveTo>
                      <a:pt x="16859" y="1"/>
                    </a:moveTo>
                    <a:lnTo>
                      <a:pt x="1" y="30292"/>
                    </a:lnTo>
                    <a:lnTo>
                      <a:pt x="16859" y="30292"/>
                    </a:lnTo>
                    <a:lnTo>
                      <a:pt x="16859" y="1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2" name="Google Shape;5602;p302"/>
              <p:cNvSpPr/>
              <p:nvPr/>
            </p:nvSpPr>
            <p:spPr>
              <a:xfrm>
                <a:off x="4025675" y="1517100"/>
                <a:ext cx="1460150" cy="757325"/>
              </a:xfrm>
              <a:custGeom>
                <a:avLst/>
                <a:gdLst/>
                <a:ahLst/>
                <a:cxnLst/>
                <a:rect l="l" t="t" r="r" b="b"/>
                <a:pathLst>
                  <a:path w="58406" h="30293" extrusionOk="0">
                    <a:moveTo>
                      <a:pt x="1" y="1"/>
                    </a:moveTo>
                    <a:lnTo>
                      <a:pt x="16859" y="30292"/>
                    </a:lnTo>
                    <a:lnTo>
                      <a:pt x="41547" y="30292"/>
                    </a:lnTo>
                    <a:lnTo>
                      <a:pt x="58405" y="1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3" name="Google Shape;5603;p302"/>
              <p:cNvSpPr/>
              <p:nvPr/>
            </p:nvSpPr>
            <p:spPr>
              <a:xfrm>
                <a:off x="4022898" y="2829385"/>
                <a:ext cx="1459104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28" h="52667" extrusionOk="0">
                    <a:moveTo>
                      <a:pt x="0" y="0"/>
                    </a:moveTo>
                    <a:lnTo>
                      <a:pt x="58627" y="0"/>
                    </a:lnTo>
                    <a:lnTo>
                      <a:pt x="58627" y="52666"/>
                    </a:lnTo>
                    <a:lnTo>
                      <a:pt x="0" y="526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4" name="Google Shape;5604;p302"/>
              <p:cNvSpPr/>
              <p:nvPr/>
            </p:nvSpPr>
            <p:spPr>
              <a:xfrm>
                <a:off x="4022350" y="2829385"/>
                <a:ext cx="1460199" cy="1316675"/>
              </a:xfrm>
              <a:custGeom>
                <a:avLst/>
                <a:gdLst/>
                <a:ahLst/>
                <a:cxnLst/>
                <a:rect l="l" t="t" r="r" b="b"/>
                <a:pathLst>
                  <a:path w="58672" h="52667" extrusionOk="0">
                    <a:moveTo>
                      <a:pt x="58672" y="0"/>
                    </a:moveTo>
                    <a:lnTo>
                      <a:pt x="0" y="52666"/>
                    </a:lnTo>
                    <a:lnTo>
                      <a:pt x="58672" y="52666"/>
                    </a:lnTo>
                    <a:lnTo>
                      <a:pt x="58672" y="0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5" name="Google Shape;5605;p302"/>
              <p:cNvSpPr/>
              <p:nvPr/>
            </p:nvSpPr>
            <p:spPr>
              <a:xfrm>
                <a:off x="4865883" y="3526635"/>
                <a:ext cx="616638" cy="619425"/>
              </a:xfrm>
              <a:custGeom>
                <a:avLst/>
                <a:gdLst/>
                <a:ahLst/>
                <a:cxnLst/>
                <a:rect l="l" t="t" r="r" b="b"/>
                <a:pathLst>
                  <a:path w="24777" h="24777" extrusionOk="0">
                    <a:moveTo>
                      <a:pt x="24777" y="0"/>
                    </a:moveTo>
                    <a:cubicBezTo>
                      <a:pt x="11076" y="0"/>
                      <a:pt x="0" y="11076"/>
                      <a:pt x="0" y="24776"/>
                    </a:cubicBezTo>
                    <a:lnTo>
                      <a:pt x="24777" y="24776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06" name="Google Shape;5606;p302"/>
            <p:cNvGrpSpPr/>
            <p:nvPr/>
          </p:nvGrpSpPr>
          <p:grpSpPr>
            <a:xfrm>
              <a:off x="7680525" y="3940050"/>
              <a:ext cx="1463392" cy="1203506"/>
              <a:chOff x="573525" y="4012581"/>
              <a:chExt cx="1463392" cy="1203506"/>
            </a:xfrm>
          </p:grpSpPr>
          <p:sp>
            <p:nvSpPr>
              <p:cNvPr id="5607" name="Google Shape;5607;p302"/>
              <p:cNvSpPr/>
              <p:nvPr/>
            </p:nvSpPr>
            <p:spPr>
              <a:xfrm>
                <a:off x="573525" y="4012581"/>
                <a:ext cx="1463392" cy="1203506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8" name="Google Shape;5608;p302"/>
              <p:cNvSpPr/>
              <p:nvPr/>
            </p:nvSpPr>
            <p:spPr>
              <a:xfrm rot="5400000">
                <a:off x="1034746" y="4369354"/>
                <a:ext cx="574304" cy="623358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609" name="Google Shape;5609;p302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LANK_1_1_1_1_2">
    <p:spTree>
      <p:nvGrpSpPr>
        <p:cNvPr id="1" name="Shape 5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" name="Google Shape;5611;p303"/>
          <p:cNvSpPr txBox="1">
            <a:spLocks noGrp="1"/>
          </p:cNvSpPr>
          <p:nvPr>
            <p:ph type="subTitle" idx="1"/>
          </p:nvPr>
        </p:nvSpPr>
        <p:spPr>
          <a:xfrm>
            <a:off x="720000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12" name="Google Shape;5612;p303"/>
          <p:cNvSpPr txBox="1">
            <a:spLocks noGrp="1"/>
          </p:cNvSpPr>
          <p:nvPr>
            <p:ph type="subTitle" idx="2"/>
          </p:nvPr>
        </p:nvSpPr>
        <p:spPr>
          <a:xfrm>
            <a:off x="7200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13" name="Google Shape;5613;p303"/>
          <p:cNvSpPr txBox="1">
            <a:spLocks noGrp="1"/>
          </p:cNvSpPr>
          <p:nvPr>
            <p:ph type="subTitle" idx="3"/>
          </p:nvPr>
        </p:nvSpPr>
        <p:spPr>
          <a:xfrm>
            <a:off x="4124500" y="1804106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14" name="Google Shape;5614;p303"/>
          <p:cNvSpPr txBox="1">
            <a:spLocks noGrp="1"/>
          </p:cNvSpPr>
          <p:nvPr>
            <p:ph type="subTitle" idx="4"/>
          </p:nvPr>
        </p:nvSpPr>
        <p:spPr>
          <a:xfrm>
            <a:off x="7200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15" name="Google Shape;5615;p303"/>
          <p:cNvSpPr txBox="1">
            <a:spLocks noGrp="1"/>
          </p:cNvSpPr>
          <p:nvPr>
            <p:ph type="subTitle" idx="5"/>
          </p:nvPr>
        </p:nvSpPr>
        <p:spPr>
          <a:xfrm>
            <a:off x="4124500" y="3443981"/>
            <a:ext cx="2923200" cy="779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16" name="Google Shape;5616;p30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617" name="Google Shape;5617;p303"/>
          <p:cNvSpPr txBox="1">
            <a:spLocks noGrp="1"/>
          </p:cNvSpPr>
          <p:nvPr>
            <p:ph type="subTitle" idx="6"/>
          </p:nvPr>
        </p:nvSpPr>
        <p:spPr>
          <a:xfrm>
            <a:off x="720000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18" name="Google Shape;5618;p303"/>
          <p:cNvSpPr txBox="1">
            <a:spLocks noGrp="1"/>
          </p:cNvSpPr>
          <p:nvPr>
            <p:ph type="subTitle" idx="7"/>
          </p:nvPr>
        </p:nvSpPr>
        <p:spPr>
          <a:xfrm>
            <a:off x="4124498" y="140331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19" name="Google Shape;5619;p303"/>
          <p:cNvSpPr txBox="1">
            <a:spLocks noGrp="1"/>
          </p:cNvSpPr>
          <p:nvPr>
            <p:ph type="subTitle" idx="8"/>
          </p:nvPr>
        </p:nvSpPr>
        <p:spPr>
          <a:xfrm>
            <a:off x="4124498" y="3043266"/>
            <a:ext cx="25944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620" name="Google Shape;5620;p303"/>
          <p:cNvGrpSpPr/>
          <p:nvPr/>
        </p:nvGrpSpPr>
        <p:grpSpPr>
          <a:xfrm flipH="1">
            <a:off x="7604540" y="-48"/>
            <a:ext cx="1539456" cy="5143534"/>
            <a:chOff x="-4160" y="-48"/>
            <a:chExt cx="1539456" cy="5143534"/>
          </a:xfrm>
        </p:grpSpPr>
        <p:sp>
          <p:nvSpPr>
            <p:cNvPr id="5621" name="Google Shape;5621;p303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2" name="Google Shape;5622;p303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3" name="Google Shape;5623;p303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4" name="Google Shape;5624;p303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5625;p303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6" name="Google Shape;5626;p303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5627;p303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5628;p303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9" name="Google Shape;5629;p303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303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31" name="Google Shape;5631;p303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5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3" name="Google Shape;5633;p30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634" name="Google Shape;5634;p304"/>
          <p:cNvSpPr txBox="1">
            <a:spLocks noGrp="1"/>
          </p:cNvSpPr>
          <p:nvPr>
            <p:ph type="subTitle" idx="1"/>
          </p:nvPr>
        </p:nvSpPr>
        <p:spPr>
          <a:xfrm>
            <a:off x="897848" y="2299001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5" name="Google Shape;5635;p304"/>
          <p:cNvSpPr txBox="1">
            <a:spLocks noGrp="1"/>
          </p:cNvSpPr>
          <p:nvPr>
            <p:ph type="subTitle" idx="2"/>
          </p:nvPr>
        </p:nvSpPr>
        <p:spPr>
          <a:xfrm>
            <a:off x="2965075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6" name="Google Shape;5636;p304"/>
          <p:cNvSpPr txBox="1">
            <a:spLocks noGrp="1"/>
          </p:cNvSpPr>
          <p:nvPr>
            <p:ph type="subTitle" idx="3"/>
          </p:nvPr>
        </p:nvSpPr>
        <p:spPr>
          <a:xfrm>
            <a:off x="5036500" y="2299001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7" name="Google Shape;5637;p304"/>
          <p:cNvSpPr txBox="1">
            <a:spLocks noGrp="1"/>
          </p:cNvSpPr>
          <p:nvPr>
            <p:ph type="subTitle" idx="4"/>
          </p:nvPr>
        </p:nvSpPr>
        <p:spPr>
          <a:xfrm>
            <a:off x="897848" y="4123692"/>
            <a:ext cx="19779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8" name="Google Shape;5638;p304"/>
          <p:cNvSpPr txBox="1">
            <a:spLocks noGrp="1"/>
          </p:cNvSpPr>
          <p:nvPr>
            <p:ph type="subTitle" idx="5"/>
          </p:nvPr>
        </p:nvSpPr>
        <p:spPr>
          <a:xfrm>
            <a:off x="2965075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9" name="Google Shape;5639;p304"/>
          <p:cNvSpPr txBox="1">
            <a:spLocks noGrp="1"/>
          </p:cNvSpPr>
          <p:nvPr>
            <p:ph type="subTitle" idx="6"/>
          </p:nvPr>
        </p:nvSpPr>
        <p:spPr>
          <a:xfrm>
            <a:off x="5036500" y="4123692"/>
            <a:ext cx="19821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40" name="Google Shape;5640;p304"/>
          <p:cNvSpPr txBox="1">
            <a:spLocks noGrp="1"/>
          </p:cNvSpPr>
          <p:nvPr>
            <p:ph type="subTitle" idx="7"/>
          </p:nvPr>
        </p:nvSpPr>
        <p:spPr>
          <a:xfrm>
            <a:off x="893700" y="1863675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41" name="Google Shape;5641;p304"/>
          <p:cNvSpPr txBox="1">
            <a:spLocks noGrp="1"/>
          </p:cNvSpPr>
          <p:nvPr>
            <p:ph type="subTitle" idx="8"/>
          </p:nvPr>
        </p:nvSpPr>
        <p:spPr>
          <a:xfrm>
            <a:off x="2965075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42" name="Google Shape;5642;p304"/>
          <p:cNvSpPr txBox="1">
            <a:spLocks noGrp="1"/>
          </p:cNvSpPr>
          <p:nvPr>
            <p:ph type="subTitle" idx="9"/>
          </p:nvPr>
        </p:nvSpPr>
        <p:spPr>
          <a:xfrm>
            <a:off x="5040657" y="1863675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43" name="Google Shape;5643;p304"/>
          <p:cNvSpPr txBox="1">
            <a:spLocks noGrp="1"/>
          </p:cNvSpPr>
          <p:nvPr>
            <p:ph type="subTitle" idx="13"/>
          </p:nvPr>
        </p:nvSpPr>
        <p:spPr>
          <a:xfrm>
            <a:off x="893700" y="3683823"/>
            <a:ext cx="19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44" name="Google Shape;5644;p304"/>
          <p:cNvSpPr txBox="1">
            <a:spLocks noGrp="1"/>
          </p:cNvSpPr>
          <p:nvPr>
            <p:ph type="subTitle" idx="14"/>
          </p:nvPr>
        </p:nvSpPr>
        <p:spPr>
          <a:xfrm>
            <a:off x="2965075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45" name="Google Shape;5645;p304"/>
          <p:cNvSpPr txBox="1">
            <a:spLocks noGrp="1"/>
          </p:cNvSpPr>
          <p:nvPr>
            <p:ph type="subTitle" idx="15"/>
          </p:nvPr>
        </p:nvSpPr>
        <p:spPr>
          <a:xfrm>
            <a:off x="5040657" y="3683823"/>
            <a:ext cx="1982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646" name="Google Shape;5646;p304"/>
          <p:cNvGrpSpPr/>
          <p:nvPr/>
        </p:nvGrpSpPr>
        <p:grpSpPr>
          <a:xfrm flipH="1">
            <a:off x="7610237" y="-17232"/>
            <a:ext cx="1542338" cy="5160073"/>
            <a:chOff x="7610237" y="2627"/>
            <a:chExt cx="1542338" cy="5160073"/>
          </a:xfrm>
        </p:grpSpPr>
        <p:sp>
          <p:nvSpPr>
            <p:cNvPr id="5647" name="Google Shape;5647;p304"/>
            <p:cNvSpPr/>
            <p:nvPr/>
          </p:nvSpPr>
          <p:spPr>
            <a:xfrm rot="5400000">
              <a:off x="7516293" y="3526418"/>
              <a:ext cx="1730225" cy="1542338"/>
            </a:xfrm>
            <a:custGeom>
              <a:avLst/>
              <a:gdLst/>
              <a:ahLst/>
              <a:cxnLst/>
              <a:rect l="l" t="t" r="r" b="b"/>
              <a:pathLst>
                <a:path w="175970" h="105333" extrusionOk="0">
                  <a:moveTo>
                    <a:pt x="0" y="0"/>
                  </a:moveTo>
                  <a:lnTo>
                    <a:pt x="0" y="105332"/>
                  </a:lnTo>
                  <a:lnTo>
                    <a:pt x="175970" y="105332"/>
                  </a:lnTo>
                  <a:lnTo>
                    <a:pt x="175970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304"/>
            <p:cNvSpPr/>
            <p:nvPr/>
          </p:nvSpPr>
          <p:spPr>
            <a:xfrm rot="5400000">
              <a:off x="7808011" y="2739490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0" y="0"/>
                  </a:moveTo>
                  <a:lnTo>
                    <a:pt x="16903" y="30425"/>
                  </a:lnTo>
                  <a:lnTo>
                    <a:pt x="16903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304"/>
            <p:cNvSpPr/>
            <p:nvPr/>
          </p:nvSpPr>
          <p:spPr>
            <a:xfrm rot="5400000">
              <a:off x="7808011" y="1519922"/>
              <a:ext cx="494104" cy="889352"/>
            </a:xfrm>
            <a:custGeom>
              <a:avLst/>
              <a:gdLst/>
              <a:ahLst/>
              <a:cxnLst/>
              <a:rect l="l" t="t" r="r" b="b"/>
              <a:pathLst>
                <a:path w="16904" h="30426" extrusionOk="0">
                  <a:moveTo>
                    <a:pt x="1" y="0"/>
                  </a:moveTo>
                  <a:lnTo>
                    <a:pt x="1" y="30425"/>
                  </a:lnTo>
                  <a:lnTo>
                    <a:pt x="1690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304"/>
            <p:cNvSpPr/>
            <p:nvPr/>
          </p:nvSpPr>
          <p:spPr>
            <a:xfrm rot="5400000">
              <a:off x="7137769" y="475247"/>
              <a:ext cx="1714983" cy="769743"/>
            </a:xfrm>
            <a:custGeom>
              <a:avLst/>
              <a:gdLst/>
              <a:ahLst/>
              <a:cxnLst/>
              <a:rect l="l" t="t" r="r" b="b"/>
              <a:pathLst>
                <a:path w="58672" h="26334" extrusionOk="0">
                  <a:moveTo>
                    <a:pt x="29314" y="0"/>
                  </a:moveTo>
                  <a:lnTo>
                    <a:pt x="58672" y="26333"/>
                  </a:lnTo>
                  <a:lnTo>
                    <a:pt x="0" y="26333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304"/>
            <p:cNvSpPr/>
            <p:nvPr/>
          </p:nvSpPr>
          <p:spPr>
            <a:xfrm rot="5400000">
              <a:off x="7198214" y="2129718"/>
              <a:ext cx="1713696" cy="889352"/>
            </a:xfrm>
            <a:custGeom>
              <a:avLst/>
              <a:gdLst/>
              <a:ahLst/>
              <a:cxnLst/>
              <a:rect l="l" t="t" r="r" b="b"/>
              <a:pathLst>
                <a:path w="58628" h="30426" extrusionOk="0">
                  <a:moveTo>
                    <a:pt x="16904" y="0"/>
                  </a:moveTo>
                  <a:lnTo>
                    <a:pt x="41724" y="0"/>
                  </a:lnTo>
                  <a:lnTo>
                    <a:pt x="58627" y="30425"/>
                  </a:lnTo>
                  <a:lnTo>
                    <a:pt x="1" y="30425"/>
                  </a:lnTo>
                  <a:close/>
                </a:path>
              </a:pathLst>
            </a:custGeom>
            <a:solidFill>
              <a:srgbClr val="A77D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304"/>
            <p:cNvSpPr/>
            <p:nvPr/>
          </p:nvSpPr>
          <p:spPr>
            <a:xfrm rot="5400000">
              <a:off x="7523254" y="89747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304"/>
            <p:cNvSpPr/>
            <p:nvPr/>
          </p:nvSpPr>
          <p:spPr>
            <a:xfrm rot="5400000">
              <a:off x="7523254" y="1804666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304"/>
            <p:cNvSpPr/>
            <p:nvPr/>
          </p:nvSpPr>
          <p:spPr>
            <a:xfrm rot="5400000">
              <a:off x="7519892" y="3516177"/>
              <a:ext cx="1720410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304"/>
            <p:cNvSpPr/>
            <p:nvPr/>
          </p:nvSpPr>
          <p:spPr>
            <a:xfrm rot="5400000">
              <a:off x="7951020" y="518783"/>
              <a:ext cx="858164" cy="1539456"/>
            </a:xfrm>
            <a:custGeom>
              <a:avLst/>
              <a:gdLst/>
              <a:ahLst/>
              <a:cxnLst/>
              <a:rect l="l" t="t" r="r" b="b"/>
              <a:pathLst>
                <a:path w="29359" h="52667" extrusionOk="0">
                  <a:moveTo>
                    <a:pt x="29359" y="0"/>
                  </a:moveTo>
                  <a:lnTo>
                    <a:pt x="1" y="26333"/>
                  </a:lnTo>
                  <a:lnTo>
                    <a:pt x="29359" y="526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6" name="Google Shape;5656;p304"/>
            <p:cNvSpPr/>
            <p:nvPr/>
          </p:nvSpPr>
          <p:spPr>
            <a:xfrm rot="5400000">
              <a:off x="7951678" y="-338677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29314" y="26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7" name="Google Shape;5657;p304"/>
            <p:cNvSpPr/>
            <p:nvPr/>
          </p:nvSpPr>
          <p:spPr>
            <a:xfrm rot="5400000">
              <a:off x="7886003" y="3793931"/>
              <a:ext cx="989494" cy="989465"/>
            </a:xfrm>
            <a:custGeom>
              <a:avLst/>
              <a:gdLst/>
              <a:ahLst/>
              <a:cxnLst/>
              <a:rect l="l" t="t" r="r" b="b"/>
              <a:pathLst>
                <a:path w="33852" h="33851" extrusionOk="0">
                  <a:moveTo>
                    <a:pt x="27846" y="6005"/>
                  </a:moveTo>
                  <a:cubicBezTo>
                    <a:pt x="33851" y="12054"/>
                    <a:pt x="33851" y="21796"/>
                    <a:pt x="27846" y="27845"/>
                  </a:cubicBezTo>
                  <a:cubicBezTo>
                    <a:pt x="21797" y="33850"/>
                    <a:pt x="12055" y="33850"/>
                    <a:pt x="6006" y="27845"/>
                  </a:cubicBezTo>
                  <a:cubicBezTo>
                    <a:pt x="1" y="21796"/>
                    <a:pt x="1" y="12054"/>
                    <a:pt x="6006" y="6005"/>
                  </a:cubicBezTo>
                  <a:cubicBezTo>
                    <a:pt x="12055" y="0"/>
                    <a:pt x="21797" y="0"/>
                    <a:pt x="27846" y="60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304"/>
            <p:cNvSpPr/>
            <p:nvPr/>
          </p:nvSpPr>
          <p:spPr>
            <a:xfrm rot="5400000">
              <a:off x="7990048" y="4042251"/>
              <a:ext cx="932262" cy="752848"/>
            </a:xfrm>
            <a:custGeom>
              <a:avLst/>
              <a:gdLst/>
              <a:ahLst/>
              <a:cxnLst/>
              <a:rect l="l" t="t" r="r" b="b"/>
              <a:pathLst>
                <a:path w="31894" h="25756" extrusionOk="0">
                  <a:moveTo>
                    <a:pt x="11521" y="45"/>
                  </a:moveTo>
                  <a:cubicBezTo>
                    <a:pt x="7118" y="1"/>
                    <a:pt x="2936" y="1869"/>
                    <a:pt x="1" y="5161"/>
                  </a:cubicBezTo>
                  <a:lnTo>
                    <a:pt x="22998" y="25756"/>
                  </a:lnTo>
                  <a:cubicBezTo>
                    <a:pt x="31894" y="15836"/>
                    <a:pt x="24866" y="45"/>
                    <a:pt x="11521" y="45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304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304"/>
            <p:cNvSpPr/>
            <p:nvPr/>
          </p:nvSpPr>
          <p:spPr>
            <a:xfrm rot="5400000">
              <a:off x="7951678" y="2233073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304"/>
            <p:cNvSpPr/>
            <p:nvPr/>
          </p:nvSpPr>
          <p:spPr>
            <a:xfrm rot="5400000">
              <a:off x="7120501" y="2207402"/>
              <a:ext cx="1703876" cy="724171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304"/>
            <p:cNvSpPr/>
            <p:nvPr/>
          </p:nvSpPr>
          <p:spPr>
            <a:xfrm rot="5400000">
              <a:off x="7951663" y="1376257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304"/>
            <p:cNvSpPr/>
            <p:nvPr/>
          </p:nvSpPr>
          <p:spPr>
            <a:xfrm rot="5400000">
              <a:off x="7954201" y="2230543"/>
              <a:ext cx="851792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0" y="0"/>
                  </a:moveTo>
                  <a:lnTo>
                    <a:pt x="29313" y="52666"/>
                  </a:lnTo>
                  <a:lnTo>
                    <a:pt x="29313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4" name="Google Shape;5664;p304"/>
          <p:cNvSpPr txBox="1"/>
          <p:nvPr/>
        </p:nvSpPr>
        <p:spPr>
          <a:xfrm>
            <a:off x="68381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5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6" name="Google Shape;5666;p305"/>
          <p:cNvSpPr txBox="1">
            <a:spLocks noGrp="1"/>
          </p:cNvSpPr>
          <p:nvPr>
            <p:ph type="title" hasCustomPrompt="1"/>
          </p:nvPr>
        </p:nvSpPr>
        <p:spPr>
          <a:xfrm>
            <a:off x="92930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667" name="Google Shape;5667;p305"/>
          <p:cNvSpPr txBox="1">
            <a:spLocks noGrp="1"/>
          </p:cNvSpPr>
          <p:nvPr>
            <p:ph type="subTitle" idx="1"/>
          </p:nvPr>
        </p:nvSpPr>
        <p:spPr>
          <a:xfrm>
            <a:off x="72735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8" name="Google Shape;5668;p305"/>
          <p:cNvSpPr txBox="1">
            <a:spLocks noGrp="1"/>
          </p:cNvSpPr>
          <p:nvPr>
            <p:ph type="title" idx="2" hasCustomPrompt="1"/>
          </p:nvPr>
        </p:nvSpPr>
        <p:spPr>
          <a:xfrm>
            <a:off x="3721975" y="2137388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669" name="Google Shape;5669;p305"/>
          <p:cNvSpPr txBox="1">
            <a:spLocks noGrp="1"/>
          </p:cNvSpPr>
          <p:nvPr>
            <p:ph type="subTitle" idx="3"/>
          </p:nvPr>
        </p:nvSpPr>
        <p:spPr>
          <a:xfrm>
            <a:off x="3520025" y="3176463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0" name="Google Shape;5670;p305"/>
          <p:cNvSpPr txBox="1">
            <a:spLocks noGrp="1"/>
          </p:cNvSpPr>
          <p:nvPr>
            <p:ph type="title" idx="4" hasCustomPrompt="1"/>
          </p:nvPr>
        </p:nvSpPr>
        <p:spPr>
          <a:xfrm>
            <a:off x="6514650" y="2137395"/>
            <a:ext cx="1687800" cy="928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671" name="Google Shape;5671;p305"/>
          <p:cNvSpPr txBox="1">
            <a:spLocks noGrp="1"/>
          </p:cNvSpPr>
          <p:nvPr>
            <p:ph type="subTitle" idx="5"/>
          </p:nvPr>
        </p:nvSpPr>
        <p:spPr>
          <a:xfrm>
            <a:off x="6312700" y="3176471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672" name="Google Shape;5672;p305"/>
          <p:cNvGrpSpPr/>
          <p:nvPr/>
        </p:nvGrpSpPr>
        <p:grpSpPr>
          <a:xfrm rot="10800000" flipH="1">
            <a:off x="-17463" y="-23042"/>
            <a:ext cx="9181330" cy="1149629"/>
            <a:chOff x="-17463" y="-1061"/>
            <a:chExt cx="9181330" cy="1149629"/>
          </a:xfrm>
        </p:grpSpPr>
        <p:grpSp>
          <p:nvGrpSpPr>
            <p:cNvPr id="5673" name="Google Shape;5673;p305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5674" name="Google Shape;5674;p305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5" name="Google Shape;5675;p305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6" name="Google Shape;5676;p305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7" name="Google Shape;5677;p305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8" name="Google Shape;5678;p305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9" name="Google Shape;5679;p305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0" name="Google Shape;5680;p305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1" name="Google Shape;5681;p305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2" name="Google Shape;5682;p305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3" name="Google Shape;5683;p305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4" name="Google Shape;5684;p305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5" name="Google Shape;5685;p305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6" name="Google Shape;5686;p305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7" name="Google Shape;5687;p305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88" name="Google Shape;5688;p305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89" name="Google Shape;5689;p305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LANK_1_1_1_1_1_1_3">
    <p:spTree>
      <p:nvGrpSpPr>
        <p:cNvPr id="1" name="Shape 5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1" name="Google Shape;5691;p306"/>
          <p:cNvSpPr txBox="1">
            <a:spLocks noGrp="1"/>
          </p:cNvSpPr>
          <p:nvPr>
            <p:ph type="title" hasCustomPrompt="1"/>
          </p:nvPr>
        </p:nvSpPr>
        <p:spPr>
          <a:xfrm>
            <a:off x="3101163" y="1409791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692" name="Google Shape;5692;p306"/>
          <p:cNvSpPr txBox="1">
            <a:spLocks noGrp="1"/>
          </p:cNvSpPr>
          <p:nvPr>
            <p:ph type="subTitle" idx="1"/>
          </p:nvPr>
        </p:nvSpPr>
        <p:spPr>
          <a:xfrm>
            <a:off x="3101163" y="1930587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3" name="Google Shape;5693;p306"/>
          <p:cNvSpPr txBox="1">
            <a:spLocks noGrp="1"/>
          </p:cNvSpPr>
          <p:nvPr>
            <p:ph type="title" idx="2" hasCustomPrompt="1"/>
          </p:nvPr>
        </p:nvSpPr>
        <p:spPr>
          <a:xfrm>
            <a:off x="6312688" y="1409791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694" name="Google Shape;5694;p306"/>
          <p:cNvSpPr txBox="1">
            <a:spLocks noGrp="1"/>
          </p:cNvSpPr>
          <p:nvPr>
            <p:ph type="subTitle" idx="3"/>
          </p:nvPr>
        </p:nvSpPr>
        <p:spPr>
          <a:xfrm>
            <a:off x="6312688" y="1930579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5" name="Google Shape;5695;p306"/>
          <p:cNvSpPr txBox="1">
            <a:spLocks noGrp="1"/>
          </p:cNvSpPr>
          <p:nvPr>
            <p:ph type="title" idx="4" hasCustomPrompt="1"/>
          </p:nvPr>
        </p:nvSpPr>
        <p:spPr>
          <a:xfrm>
            <a:off x="3101163" y="3171014"/>
            <a:ext cx="9708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696" name="Google Shape;5696;p306"/>
          <p:cNvSpPr txBox="1">
            <a:spLocks noGrp="1"/>
          </p:cNvSpPr>
          <p:nvPr>
            <p:ph type="subTitle" idx="5"/>
          </p:nvPr>
        </p:nvSpPr>
        <p:spPr>
          <a:xfrm>
            <a:off x="3101163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7" name="Google Shape;5697;p306"/>
          <p:cNvSpPr txBox="1">
            <a:spLocks noGrp="1"/>
          </p:cNvSpPr>
          <p:nvPr>
            <p:ph type="title" idx="6" hasCustomPrompt="1"/>
          </p:nvPr>
        </p:nvSpPr>
        <p:spPr>
          <a:xfrm>
            <a:off x="6312688" y="3171015"/>
            <a:ext cx="968100" cy="520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2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698" name="Google Shape;5698;p306"/>
          <p:cNvSpPr txBox="1">
            <a:spLocks noGrp="1"/>
          </p:cNvSpPr>
          <p:nvPr>
            <p:ph type="subTitle" idx="7"/>
          </p:nvPr>
        </p:nvSpPr>
        <p:spPr>
          <a:xfrm>
            <a:off x="6312688" y="3691812"/>
            <a:ext cx="2116200" cy="55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9" name="Google Shape;5699;p306"/>
          <p:cNvSpPr txBox="1">
            <a:spLocks noGrp="1"/>
          </p:cNvSpPr>
          <p:nvPr>
            <p:ph type="title" idx="8"/>
          </p:nvPr>
        </p:nvSpPr>
        <p:spPr>
          <a:xfrm>
            <a:off x="1993125" y="445025"/>
            <a:ext cx="6435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5700" name="Google Shape;5700;p306"/>
          <p:cNvGrpSpPr/>
          <p:nvPr/>
        </p:nvGrpSpPr>
        <p:grpSpPr>
          <a:xfrm rot="10800000" flipH="1">
            <a:off x="-4160" y="-48"/>
            <a:ext cx="1539456" cy="5143534"/>
            <a:chOff x="-4160" y="-48"/>
            <a:chExt cx="1539456" cy="5143534"/>
          </a:xfrm>
        </p:grpSpPr>
        <p:sp>
          <p:nvSpPr>
            <p:cNvPr id="5701" name="Google Shape;5701;p306"/>
            <p:cNvSpPr/>
            <p:nvPr/>
          </p:nvSpPr>
          <p:spPr>
            <a:xfrm rot="5400000">
              <a:off x="-91280" y="87072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0" y="0"/>
                  </a:moveTo>
                  <a:lnTo>
                    <a:pt x="58627" y="0"/>
                  </a:lnTo>
                  <a:lnTo>
                    <a:pt x="58627" y="52666"/>
                  </a:lnTo>
                  <a:lnTo>
                    <a:pt x="0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306"/>
            <p:cNvSpPr/>
            <p:nvPr/>
          </p:nvSpPr>
          <p:spPr>
            <a:xfrm rot="5400000">
              <a:off x="-91923" y="87715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58672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306"/>
            <p:cNvSpPr/>
            <p:nvPr/>
          </p:nvSpPr>
          <p:spPr>
            <a:xfrm rot="5400000">
              <a:off x="-91280" y="1801991"/>
              <a:ext cx="1713696" cy="1539456"/>
            </a:xfrm>
            <a:custGeom>
              <a:avLst/>
              <a:gdLst/>
              <a:ahLst/>
              <a:cxnLst/>
              <a:rect l="l" t="t" r="r" b="b"/>
              <a:pathLst>
                <a:path w="58628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58627" y="52666"/>
                  </a:lnTo>
                  <a:lnTo>
                    <a:pt x="5862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306"/>
            <p:cNvSpPr/>
            <p:nvPr/>
          </p:nvSpPr>
          <p:spPr>
            <a:xfrm rot="5400000">
              <a:off x="84906" y="1889751"/>
              <a:ext cx="1362644" cy="1363930"/>
            </a:xfrm>
            <a:custGeom>
              <a:avLst/>
              <a:gdLst/>
              <a:ahLst/>
              <a:cxnLst/>
              <a:rect l="l" t="t" r="r" b="b"/>
              <a:pathLst>
                <a:path w="46618" h="46662" extrusionOk="0">
                  <a:moveTo>
                    <a:pt x="28914" y="3114"/>
                  </a:moveTo>
                  <a:cubicBezTo>
                    <a:pt x="40079" y="6184"/>
                    <a:pt x="46617" y="17749"/>
                    <a:pt x="43504" y="28958"/>
                  </a:cubicBezTo>
                  <a:cubicBezTo>
                    <a:pt x="40434" y="40123"/>
                    <a:pt x="28869" y="46662"/>
                    <a:pt x="17704" y="43548"/>
                  </a:cubicBezTo>
                  <a:cubicBezTo>
                    <a:pt x="6539" y="40479"/>
                    <a:pt x="1" y="28914"/>
                    <a:pt x="3070" y="17749"/>
                  </a:cubicBezTo>
                  <a:cubicBezTo>
                    <a:pt x="6184" y="6584"/>
                    <a:pt x="17749" y="1"/>
                    <a:pt x="28914" y="311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306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58672" y="0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306"/>
            <p:cNvSpPr/>
            <p:nvPr/>
          </p:nvSpPr>
          <p:spPr>
            <a:xfrm rot="5400000">
              <a:off x="-91923" y="3516267"/>
              <a:ext cx="1714983" cy="1539456"/>
            </a:xfrm>
            <a:custGeom>
              <a:avLst/>
              <a:gdLst/>
              <a:ahLst/>
              <a:cxnLst/>
              <a:rect l="l" t="t" r="r" b="b"/>
              <a:pathLst>
                <a:path w="58672" h="52667" extrusionOk="0">
                  <a:moveTo>
                    <a:pt x="0" y="0"/>
                  </a:moveTo>
                  <a:lnTo>
                    <a:pt x="0" y="52666"/>
                  </a:lnTo>
                  <a:lnTo>
                    <a:pt x="58672" y="52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306"/>
            <p:cNvSpPr/>
            <p:nvPr/>
          </p:nvSpPr>
          <p:spPr>
            <a:xfrm rot="5400000">
              <a:off x="337144" y="2230398"/>
              <a:ext cx="856848" cy="1539456"/>
            </a:xfrm>
            <a:custGeom>
              <a:avLst/>
              <a:gdLst/>
              <a:ahLst/>
              <a:cxnLst/>
              <a:rect l="l" t="t" r="r" b="b"/>
              <a:pathLst>
                <a:path w="29314" h="52667" extrusionOk="0">
                  <a:moveTo>
                    <a:pt x="29313" y="0"/>
                  </a:moveTo>
                  <a:lnTo>
                    <a:pt x="0" y="26333"/>
                  </a:lnTo>
                  <a:lnTo>
                    <a:pt x="29313" y="526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306"/>
            <p:cNvSpPr/>
            <p:nvPr/>
          </p:nvSpPr>
          <p:spPr>
            <a:xfrm rot="5400000">
              <a:off x="-4143" y="990683"/>
              <a:ext cx="724232" cy="724232"/>
            </a:xfrm>
            <a:custGeom>
              <a:avLst/>
              <a:gdLst/>
              <a:ahLst/>
              <a:cxnLst/>
              <a:rect l="l" t="t" r="r" b="b"/>
              <a:pathLst>
                <a:path w="24777" h="24777" extrusionOk="0">
                  <a:moveTo>
                    <a:pt x="24777" y="0"/>
                  </a:moveTo>
                  <a:cubicBezTo>
                    <a:pt x="11076" y="0"/>
                    <a:pt x="0" y="11076"/>
                    <a:pt x="0" y="24776"/>
                  </a:cubicBezTo>
                  <a:lnTo>
                    <a:pt x="24777" y="24776"/>
                  </a:lnTo>
                  <a:lnTo>
                    <a:pt x="24777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306"/>
            <p:cNvSpPr/>
            <p:nvPr/>
          </p:nvSpPr>
          <p:spPr>
            <a:xfrm rot="5400000">
              <a:off x="375517" y="3935577"/>
              <a:ext cx="781435" cy="700818"/>
            </a:xfrm>
            <a:custGeom>
              <a:avLst/>
              <a:gdLst/>
              <a:ahLst/>
              <a:cxnLst/>
              <a:rect l="l" t="t" r="r" b="b"/>
              <a:pathLst>
                <a:path w="26734" h="23976" extrusionOk="0">
                  <a:moveTo>
                    <a:pt x="0" y="0"/>
                  </a:moveTo>
                  <a:lnTo>
                    <a:pt x="26734" y="0"/>
                  </a:lnTo>
                  <a:lnTo>
                    <a:pt x="26734" y="23976"/>
                  </a:lnTo>
                  <a:lnTo>
                    <a:pt x="0" y="23976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306"/>
            <p:cNvSpPr/>
            <p:nvPr/>
          </p:nvSpPr>
          <p:spPr>
            <a:xfrm rot="5400000">
              <a:off x="337130" y="1373582"/>
              <a:ext cx="856877" cy="1539456"/>
            </a:xfrm>
            <a:custGeom>
              <a:avLst/>
              <a:gdLst/>
              <a:ahLst/>
              <a:cxnLst/>
              <a:rect l="l" t="t" r="r" b="b"/>
              <a:pathLst>
                <a:path w="29315" h="52667" extrusionOk="0">
                  <a:moveTo>
                    <a:pt x="1" y="0"/>
                  </a:moveTo>
                  <a:lnTo>
                    <a:pt x="1" y="52666"/>
                  </a:lnTo>
                  <a:lnTo>
                    <a:pt x="29314" y="26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1" name="Google Shape;5711;p306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5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" name="Google Shape;5713;p307"/>
          <p:cNvSpPr txBox="1">
            <a:spLocks noGrp="1"/>
          </p:cNvSpPr>
          <p:nvPr>
            <p:ph type="ctrTitle"/>
          </p:nvPr>
        </p:nvSpPr>
        <p:spPr>
          <a:xfrm>
            <a:off x="3451975" y="998763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714" name="Google Shape;5714;p307"/>
          <p:cNvSpPr txBox="1">
            <a:spLocks noGrp="1"/>
          </p:cNvSpPr>
          <p:nvPr>
            <p:ph type="subTitle" idx="1"/>
          </p:nvPr>
        </p:nvSpPr>
        <p:spPr>
          <a:xfrm>
            <a:off x="3447100" y="1890621"/>
            <a:ext cx="4293900" cy="12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715" name="Google Shape;5715;p307"/>
          <p:cNvSpPr txBox="1"/>
          <p:nvPr/>
        </p:nvSpPr>
        <p:spPr>
          <a:xfrm>
            <a:off x="3451975" y="3689688"/>
            <a:ext cx="44382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and it includes icons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, infographics &amp; images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5716" name="Google Shape;5716;p307"/>
          <p:cNvGrpSpPr/>
          <p:nvPr/>
        </p:nvGrpSpPr>
        <p:grpSpPr>
          <a:xfrm rot="10800000">
            <a:off x="-36910" y="-164"/>
            <a:ext cx="3086466" cy="5143851"/>
            <a:chOff x="-1" y="-164"/>
            <a:chExt cx="3086466" cy="5143851"/>
          </a:xfrm>
        </p:grpSpPr>
        <p:sp>
          <p:nvSpPr>
            <p:cNvPr id="5717" name="Google Shape;5717;p307"/>
            <p:cNvSpPr/>
            <p:nvPr/>
          </p:nvSpPr>
          <p:spPr>
            <a:xfrm rot="-5400000">
              <a:off x="-1032394" y="1032229"/>
              <a:ext cx="5143851" cy="3079065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307"/>
            <p:cNvSpPr/>
            <p:nvPr/>
          </p:nvSpPr>
          <p:spPr>
            <a:xfrm rot="-5400000">
              <a:off x="314979" y="3510493"/>
              <a:ext cx="1318215" cy="1948174"/>
            </a:xfrm>
            <a:custGeom>
              <a:avLst/>
              <a:gdLst/>
              <a:ahLst/>
              <a:cxnLst/>
              <a:rect l="l" t="t" r="r" b="b"/>
              <a:pathLst>
                <a:path w="66367" h="98083" extrusionOk="0">
                  <a:moveTo>
                    <a:pt x="0" y="1"/>
                  </a:moveTo>
                  <a:lnTo>
                    <a:pt x="0" y="98082"/>
                  </a:lnTo>
                  <a:lnTo>
                    <a:pt x="66367" y="98082"/>
                  </a:lnTo>
                  <a:lnTo>
                    <a:pt x="66367" y="1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9" name="Google Shape;5719;p307"/>
            <p:cNvSpPr/>
            <p:nvPr/>
          </p:nvSpPr>
          <p:spPr>
            <a:xfrm rot="-5400000">
              <a:off x="-199679" y="1677641"/>
              <a:ext cx="2347529" cy="1948174"/>
            </a:xfrm>
            <a:custGeom>
              <a:avLst/>
              <a:gdLst/>
              <a:ahLst/>
              <a:cxnLst/>
              <a:rect l="l" t="t" r="r" b="b"/>
              <a:pathLst>
                <a:path w="118189" h="98083" extrusionOk="0">
                  <a:moveTo>
                    <a:pt x="1" y="1"/>
                  </a:moveTo>
                  <a:lnTo>
                    <a:pt x="118189" y="1"/>
                  </a:lnTo>
                  <a:lnTo>
                    <a:pt x="118189" y="98082"/>
                  </a:lnTo>
                  <a:lnTo>
                    <a:pt x="1" y="980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0" name="Google Shape;5720;p307"/>
            <p:cNvSpPr/>
            <p:nvPr/>
          </p:nvSpPr>
          <p:spPr>
            <a:xfrm rot="-5400000">
              <a:off x="-560590" y="2038552"/>
              <a:ext cx="2347529" cy="1226350"/>
            </a:xfrm>
            <a:custGeom>
              <a:avLst/>
              <a:gdLst/>
              <a:ahLst/>
              <a:cxnLst/>
              <a:rect l="l" t="t" r="r" b="b"/>
              <a:pathLst>
                <a:path w="118189" h="61742" extrusionOk="0">
                  <a:moveTo>
                    <a:pt x="118189" y="61741"/>
                  </a:moveTo>
                  <a:lnTo>
                    <a:pt x="1" y="61741"/>
                  </a:lnTo>
                  <a:lnTo>
                    <a:pt x="1" y="1"/>
                  </a:lnTo>
                  <a:lnTo>
                    <a:pt x="11818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5721;p307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1" y="1"/>
                  </a:moveTo>
                  <a:lnTo>
                    <a:pt x="1" y="98082"/>
                  </a:lnTo>
                  <a:lnTo>
                    <a:pt x="59117" y="98082"/>
                  </a:lnTo>
                  <a:lnTo>
                    <a:pt x="59117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2" name="Google Shape;5722;p307"/>
            <p:cNvSpPr/>
            <p:nvPr/>
          </p:nvSpPr>
          <p:spPr>
            <a:xfrm rot="-5400000">
              <a:off x="386980" y="2264300"/>
              <a:ext cx="1174211" cy="1948174"/>
            </a:xfrm>
            <a:custGeom>
              <a:avLst/>
              <a:gdLst/>
              <a:ahLst/>
              <a:cxnLst/>
              <a:rect l="l" t="t" r="r" b="b"/>
              <a:pathLst>
                <a:path w="59117" h="98083" extrusionOk="0">
                  <a:moveTo>
                    <a:pt x="59117" y="98082"/>
                  </a:moveTo>
                  <a:lnTo>
                    <a:pt x="1" y="98082"/>
                  </a:lnTo>
                  <a:lnTo>
                    <a:pt x="1" y="1"/>
                  </a:lnTo>
                  <a:lnTo>
                    <a:pt x="59117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307"/>
            <p:cNvSpPr/>
            <p:nvPr/>
          </p:nvSpPr>
          <p:spPr>
            <a:xfrm rot="-5400000">
              <a:off x="686944" y="2533317"/>
              <a:ext cx="574304" cy="1410992"/>
            </a:xfrm>
            <a:custGeom>
              <a:avLst/>
              <a:gdLst/>
              <a:ahLst/>
              <a:cxnLst/>
              <a:rect l="l" t="t" r="r" b="b"/>
              <a:pathLst>
                <a:path w="28914" h="71038" extrusionOk="0">
                  <a:moveTo>
                    <a:pt x="0" y="0"/>
                  </a:moveTo>
                  <a:lnTo>
                    <a:pt x="0" y="71037"/>
                  </a:lnTo>
                  <a:lnTo>
                    <a:pt x="28913" y="71037"/>
                  </a:lnTo>
                  <a:lnTo>
                    <a:pt x="28913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5724;p307"/>
            <p:cNvSpPr/>
            <p:nvPr/>
          </p:nvSpPr>
          <p:spPr>
            <a:xfrm rot="-5400000">
              <a:off x="-125899" y="125734"/>
              <a:ext cx="1478147" cy="1226350"/>
            </a:xfrm>
            <a:custGeom>
              <a:avLst/>
              <a:gdLst/>
              <a:ahLst/>
              <a:cxnLst/>
              <a:rect l="l" t="t" r="r" b="b"/>
              <a:pathLst>
                <a:path w="74419" h="61742" extrusionOk="0">
                  <a:moveTo>
                    <a:pt x="1" y="61741"/>
                  </a:moveTo>
                  <a:lnTo>
                    <a:pt x="74418" y="61741"/>
                  </a:ln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accent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5725;p307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5726;p307"/>
            <p:cNvSpPr/>
            <p:nvPr/>
          </p:nvSpPr>
          <p:spPr>
            <a:xfrm rot="-5400000">
              <a:off x="-94685" y="4181686"/>
              <a:ext cx="728040" cy="536883"/>
            </a:xfrm>
            <a:custGeom>
              <a:avLst/>
              <a:gdLst/>
              <a:ahLst/>
              <a:cxnLst/>
              <a:rect l="l" t="t" r="r" b="b"/>
              <a:pathLst>
                <a:path w="36654" h="27030" extrusionOk="0">
                  <a:moveTo>
                    <a:pt x="3737" y="0"/>
                  </a:moveTo>
                  <a:cubicBezTo>
                    <a:pt x="1335" y="2936"/>
                    <a:pt x="1" y="6584"/>
                    <a:pt x="45" y="10409"/>
                  </a:cubicBezTo>
                  <a:cubicBezTo>
                    <a:pt x="9" y="19879"/>
                    <a:pt x="7787" y="27030"/>
                    <a:pt x="16577" y="27030"/>
                  </a:cubicBezTo>
                  <a:cubicBezTo>
                    <a:pt x="18397" y="27030"/>
                    <a:pt x="20261" y="26723"/>
                    <a:pt x="22108" y="26066"/>
                  </a:cubicBezTo>
                  <a:cubicBezTo>
                    <a:pt x="32917" y="22241"/>
                    <a:pt x="36654" y="8852"/>
                    <a:pt x="29448" y="0"/>
                  </a:cubicBez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7" name="Google Shape;5727;p307"/>
            <p:cNvSpPr/>
            <p:nvPr/>
          </p:nvSpPr>
          <p:spPr>
            <a:xfrm rot="-5400000">
              <a:off x="612717" y="4123648"/>
              <a:ext cx="722737" cy="721863"/>
            </a:xfrm>
            <a:custGeom>
              <a:avLst/>
              <a:gdLst/>
              <a:ahLst/>
              <a:cxnLst/>
              <a:rect l="l" t="t" r="r" b="b"/>
              <a:pathLst>
                <a:path w="36387" h="36343" extrusionOk="0">
                  <a:moveTo>
                    <a:pt x="29892" y="6451"/>
                  </a:moveTo>
                  <a:cubicBezTo>
                    <a:pt x="36387" y="12945"/>
                    <a:pt x="36387" y="23398"/>
                    <a:pt x="29892" y="29893"/>
                  </a:cubicBezTo>
                  <a:cubicBezTo>
                    <a:pt x="23442" y="36342"/>
                    <a:pt x="12945" y="36342"/>
                    <a:pt x="6495" y="29893"/>
                  </a:cubicBezTo>
                  <a:cubicBezTo>
                    <a:pt x="1" y="23398"/>
                    <a:pt x="1" y="12945"/>
                    <a:pt x="6495" y="6451"/>
                  </a:cubicBezTo>
                  <a:cubicBezTo>
                    <a:pt x="12945" y="1"/>
                    <a:pt x="23442" y="1"/>
                    <a:pt x="29892" y="645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5728;p307"/>
            <p:cNvSpPr/>
            <p:nvPr/>
          </p:nvSpPr>
          <p:spPr>
            <a:xfrm rot="-5400000">
              <a:off x="848177" y="377988"/>
              <a:ext cx="1478147" cy="721843"/>
            </a:xfrm>
            <a:custGeom>
              <a:avLst/>
              <a:gdLst/>
              <a:ahLst/>
              <a:cxnLst/>
              <a:rect l="l" t="t" r="r" b="b"/>
              <a:pathLst>
                <a:path w="74419" h="36342" extrusionOk="0">
                  <a:moveTo>
                    <a:pt x="1" y="0"/>
                  </a:moveTo>
                  <a:lnTo>
                    <a:pt x="1" y="36341"/>
                  </a:lnTo>
                  <a:lnTo>
                    <a:pt x="74418" y="36341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B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307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0" name="Google Shape;5730;p307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1" name="Google Shape;5731;p307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2" name="Google Shape;5732;p307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5733;p307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4" name="Google Shape;5734;p307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5" name="Google Shape;5735;p307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307"/>
            <p:cNvSpPr/>
            <p:nvPr/>
          </p:nvSpPr>
          <p:spPr>
            <a:xfrm rot="-5400000">
              <a:off x="1378725" y="4155676"/>
              <a:ext cx="722737" cy="657806"/>
            </a:xfrm>
            <a:custGeom>
              <a:avLst/>
              <a:gdLst/>
              <a:ahLst/>
              <a:cxnLst/>
              <a:rect l="l" t="t" r="r" b="b"/>
              <a:pathLst>
                <a:path w="36387" h="33118" extrusionOk="0">
                  <a:moveTo>
                    <a:pt x="18194" y="1"/>
                  </a:moveTo>
                  <a:cubicBezTo>
                    <a:pt x="13957" y="1"/>
                    <a:pt x="9720" y="1613"/>
                    <a:pt x="6495" y="4838"/>
                  </a:cubicBezTo>
                  <a:cubicBezTo>
                    <a:pt x="1" y="11332"/>
                    <a:pt x="1" y="21830"/>
                    <a:pt x="6495" y="28280"/>
                  </a:cubicBezTo>
                  <a:cubicBezTo>
                    <a:pt x="9720" y="31505"/>
                    <a:pt x="13957" y="33117"/>
                    <a:pt x="18194" y="33117"/>
                  </a:cubicBezTo>
                  <a:cubicBezTo>
                    <a:pt x="22430" y="33117"/>
                    <a:pt x="26667" y="31505"/>
                    <a:pt x="29892" y="28280"/>
                  </a:cubicBezTo>
                  <a:cubicBezTo>
                    <a:pt x="36387" y="21830"/>
                    <a:pt x="36387" y="11332"/>
                    <a:pt x="29892" y="4838"/>
                  </a:cubicBezTo>
                  <a:cubicBezTo>
                    <a:pt x="26667" y="1613"/>
                    <a:pt x="22430" y="1"/>
                    <a:pt x="18194" y="1"/>
                  </a:cubicBez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37" name="Google Shape;5737;p307"/>
          <p:cNvSpPr txBox="1"/>
          <p:nvPr/>
        </p:nvSpPr>
        <p:spPr>
          <a:xfrm>
            <a:off x="7749479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‹#›</a:t>
            </a:fld>
            <a:endParaRPr sz="1000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5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9" name="Google Shape;5739;p308"/>
          <p:cNvGrpSpPr/>
          <p:nvPr/>
        </p:nvGrpSpPr>
        <p:grpSpPr>
          <a:xfrm rot="10800000">
            <a:off x="-18207" y="-175"/>
            <a:ext cx="1145713" cy="5143862"/>
            <a:chOff x="1940752" y="-164"/>
            <a:chExt cx="1145713" cy="5143862"/>
          </a:xfrm>
        </p:grpSpPr>
        <p:sp>
          <p:nvSpPr>
            <p:cNvPr id="5740" name="Google Shape;5740;p308"/>
            <p:cNvSpPr/>
            <p:nvPr/>
          </p:nvSpPr>
          <p:spPr>
            <a:xfrm rot="-5400000">
              <a:off x="-59296" y="2005177"/>
              <a:ext cx="5143851" cy="1133189"/>
            </a:xfrm>
            <a:custGeom>
              <a:avLst/>
              <a:gdLst/>
              <a:ahLst/>
              <a:cxnLst/>
              <a:rect l="l" t="t" r="r" b="b"/>
              <a:pathLst>
                <a:path w="258973" h="155019" extrusionOk="0">
                  <a:moveTo>
                    <a:pt x="0" y="1"/>
                  </a:moveTo>
                  <a:lnTo>
                    <a:pt x="0" y="155019"/>
                  </a:lnTo>
                  <a:lnTo>
                    <a:pt x="258972" y="155019"/>
                  </a:lnTo>
                  <a:lnTo>
                    <a:pt x="258972" y="1"/>
                  </a:lnTo>
                  <a:close/>
                </a:path>
              </a:pathLst>
            </a:custGeom>
            <a:solidFill>
              <a:srgbClr val="5635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308"/>
            <p:cNvSpPr/>
            <p:nvPr/>
          </p:nvSpPr>
          <p:spPr>
            <a:xfrm rot="-5400000">
              <a:off x="1774535" y="173454"/>
              <a:ext cx="1478147" cy="1130911"/>
            </a:xfrm>
            <a:custGeom>
              <a:avLst/>
              <a:gdLst/>
              <a:ahLst/>
              <a:cxnLst/>
              <a:rect l="l" t="t" r="r" b="b"/>
              <a:pathLst>
                <a:path w="74419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74418" y="56937"/>
                  </a:lnTo>
                  <a:lnTo>
                    <a:pt x="74418" y="0"/>
                  </a:lnTo>
                  <a:close/>
                </a:path>
              </a:pathLst>
            </a:custGeom>
            <a:solidFill>
              <a:srgbClr val="FF6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308"/>
            <p:cNvSpPr/>
            <p:nvPr/>
          </p:nvSpPr>
          <p:spPr>
            <a:xfrm rot="-5400000">
              <a:off x="1925942" y="1500056"/>
              <a:ext cx="1175328" cy="1130911"/>
            </a:xfrm>
            <a:custGeom>
              <a:avLst/>
              <a:gdLst/>
              <a:ahLst/>
              <a:cxnLst/>
              <a:rect l="l" t="t" r="r" b="b"/>
              <a:pathLst>
                <a:path w="60096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60096" y="56937"/>
                  </a:lnTo>
                  <a:lnTo>
                    <a:pt x="60096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308"/>
            <p:cNvSpPr/>
            <p:nvPr/>
          </p:nvSpPr>
          <p:spPr>
            <a:xfrm rot="-5400000">
              <a:off x="1847100" y="3919124"/>
              <a:ext cx="1318215" cy="1130911"/>
            </a:xfrm>
            <a:custGeom>
              <a:avLst/>
              <a:gdLst/>
              <a:ahLst/>
              <a:cxnLst/>
              <a:rect l="l" t="t" r="r" b="b"/>
              <a:pathLst>
                <a:path w="66367" h="56937" extrusionOk="0">
                  <a:moveTo>
                    <a:pt x="0" y="0"/>
                  </a:moveTo>
                  <a:lnTo>
                    <a:pt x="0" y="56937"/>
                  </a:lnTo>
                  <a:lnTo>
                    <a:pt x="66367" y="56937"/>
                  </a:lnTo>
                  <a:lnTo>
                    <a:pt x="66367" y="0"/>
                  </a:lnTo>
                  <a:close/>
                </a:path>
              </a:pathLst>
            </a:custGeom>
            <a:solidFill>
              <a:srgbClr val="F9C5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4" name="Google Shape;5744;p308"/>
            <p:cNvSpPr/>
            <p:nvPr/>
          </p:nvSpPr>
          <p:spPr>
            <a:xfrm rot="-5400000">
              <a:off x="1924968" y="2671407"/>
              <a:ext cx="1177275" cy="1130911"/>
            </a:xfrm>
            <a:custGeom>
              <a:avLst/>
              <a:gdLst/>
              <a:ahLst/>
              <a:cxnLst/>
              <a:rect l="l" t="t" r="r" b="b"/>
              <a:pathLst>
                <a:path w="58094" h="56937" extrusionOk="0">
                  <a:moveTo>
                    <a:pt x="1" y="0"/>
                  </a:moveTo>
                  <a:lnTo>
                    <a:pt x="1" y="56937"/>
                  </a:lnTo>
                  <a:lnTo>
                    <a:pt x="58094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5" name="Google Shape;5745;p308"/>
            <p:cNvSpPr/>
            <p:nvPr/>
          </p:nvSpPr>
          <p:spPr>
            <a:xfrm rot="-5400000">
              <a:off x="2119099" y="1699281"/>
              <a:ext cx="788124" cy="750127"/>
            </a:xfrm>
            <a:custGeom>
              <a:avLst/>
              <a:gdLst/>
              <a:ahLst/>
              <a:cxnLst/>
              <a:rect l="l" t="t" r="r" b="b"/>
              <a:pathLst>
                <a:path w="39679" h="37766" extrusionOk="0">
                  <a:moveTo>
                    <a:pt x="39678" y="18906"/>
                  </a:moveTo>
                  <a:lnTo>
                    <a:pt x="29803" y="22153"/>
                  </a:lnTo>
                  <a:lnTo>
                    <a:pt x="35897" y="30560"/>
                  </a:lnTo>
                  <a:lnTo>
                    <a:pt x="25978" y="27402"/>
                  </a:lnTo>
                  <a:lnTo>
                    <a:pt x="25933" y="37766"/>
                  </a:lnTo>
                  <a:lnTo>
                    <a:pt x="19839" y="29359"/>
                  </a:lnTo>
                  <a:lnTo>
                    <a:pt x="13701" y="37766"/>
                  </a:lnTo>
                  <a:lnTo>
                    <a:pt x="13657" y="27402"/>
                  </a:lnTo>
                  <a:lnTo>
                    <a:pt x="3782" y="30560"/>
                  </a:lnTo>
                  <a:lnTo>
                    <a:pt x="9831" y="22153"/>
                  </a:lnTo>
                  <a:lnTo>
                    <a:pt x="1" y="18906"/>
                  </a:lnTo>
                  <a:lnTo>
                    <a:pt x="9831" y="15658"/>
                  </a:lnTo>
                  <a:lnTo>
                    <a:pt x="3782" y="7207"/>
                  </a:lnTo>
                  <a:lnTo>
                    <a:pt x="13657" y="10410"/>
                  </a:lnTo>
                  <a:lnTo>
                    <a:pt x="13701" y="1"/>
                  </a:lnTo>
                  <a:lnTo>
                    <a:pt x="19839" y="8408"/>
                  </a:lnTo>
                  <a:lnTo>
                    <a:pt x="25933" y="1"/>
                  </a:lnTo>
                  <a:lnTo>
                    <a:pt x="25978" y="10410"/>
                  </a:lnTo>
                  <a:lnTo>
                    <a:pt x="35897" y="7207"/>
                  </a:lnTo>
                  <a:lnTo>
                    <a:pt x="29803" y="1565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308"/>
            <p:cNvSpPr/>
            <p:nvPr/>
          </p:nvSpPr>
          <p:spPr>
            <a:xfrm rot="-5400000">
              <a:off x="1947706" y="845809"/>
              <a:ext cx="632621" cy="631727"/>
            </a:xfrm>
            <a:custGeom>
              <a:avLst/>
              <a:gdLst/>
              <a:ahLst/>
              <a:cxnLst/>
              <a:rect l="l" t="t" r="r" b="b"/>
              <a:pathLst>
                <a:path w="31850" h="31805" extrusionOk="0">
                  <a:moveTo>
                    <a:pt x="1" y="31805"/>
                  </a:moveTo>
                  <a:lnTo>
                    <a:pt x="1" y="31805"/>
                  </a:lnTo>
                  <a:lnTo>
                    <a:pt x="1" y="0"/>
                  </a:lnTo>
                  <a:lnTo>
                    <a:pt x="31849" y="0"/>
                  </a:lnTo>
                  <a:cubicBezTo>
                    <a:pt x="31849" y="17571"/>
                    <a:pt x="17571" y="31805"/>
                    <a:pt x="1" y="31805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5747;p308"/>
            <p:cNvSpPr/>
            <p:nvPr/>
          </p:nvSpPr>
          <p:spPr>
            <a:xfrm rot="-5400000">
              <a:off x="2454281" y="-601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5748;p308"/>
            <p:cNvSpPr/>
            <p:nvPr/>
          </p:nvSpPr>
          <p:spPr>
            <a:xfrm rot="-5400000">
              <a:off x="2205243" y="4240728"/>
              <a:ext cx="563718" cy="487704"/>
            </a:xfrm>
            <a:custGeom>
              <a:avLst/>
              <a:gdLst/>
              <a:ahLst/>
              <a:cxnLst/>
              <a:rect l="l" t="t" r="r" b="b"/>
              <a:pathLst>
                <a:path w="28381" h="24554" extrusionOk="0">
                  <a:moveTo>
                    <a:pt x="14191" y="0"/>
                  </a:moveTo>
                  <a:lnTo>
                    <a:pt x="7118" y="12277"/>
                  </a:lnTo>
                  <a:lnTo>
                    <a:pt x="1" y="24554"/>
                  </a:lnTo>
                  <a:lnTo>
                    <a:pt x="28380" y="24554"/>
                  </a:lnTo>
                  <a:lnTo>
                    <a:pt x="21263" y="12277"/>
                  </a:lnTo>
                  <a:lnTo>
                    <a:pt x="14191" y="0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49" name="Google Shape;5749;p308"/>
          <p:cNvGrpSpPr/>
          <p:nvPr/>
        </p:nvGrpSpPr>
        <p:grpSpPr>
          <a:xfrm rot="-5400000">
            <a:off x="6023847" y="2038293"/>
            <a:ext cx="5173395" cy="1066931"/>
            <a:chOff x="3970605" y="1540"/>
            <a:chExt cx="5173395" cy="1066931"/>
          </a:xfrm>
        </p:grpSpPr>
        <p:sp>
          <p:nvSpPr>
            <p:cNvPr id="5750" name="Google Shape;5750;p308"/>
            <p:cNvSpPr/>
            <p:nvPr/>
          </p:nvSpPr>
          <p:spPr>
            <a:xfrm>
              <a:off x="8001000" y="1613"/>
              <a:ext cx="1143000" cy="1066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51" name="Google Shape;5751;p308"/>
            <p:cNvGrpSpPr/>
            <p:nvPr/>
          </p:nvGrpSpPr>
          <p:grpSpPr>
            <a:xfrm>
              <a:off x="3970605" y="1540"/>
              <a:ext cx="4828622" cy="1066931"/>
              <a:chOff x="3972355" y="-172"/>
              <a:chExt cx="4828622" cy="1066931"/>
            </a:xfrm>
          </p:grpSpPr>
          <p:sp>
            <p:nvSpPr>
              <p:cNvPr id="5752" name="Google Shape;5752;p308"/>
              <p:cNvSpPr/>
              <p:nvPr/>
            </p:nvSpPr>
            <p:spPr>
              <a:xfrm flipH="1">
                <a:off x="4002056" y="-172"/>
                <a:ext cx="4014283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76549" h="38166" extrusionOk="0">
                    <a:moveTo>
                      <a:pt x="1" y="1"/>
                    </a:moveTo>
                    <a:lnTo>
                      <a:pt x="1" y="38166"/>
                    </a:lnTo>
                    <a:lnTo>
                      <a:pt x="176549" y="38166"/>
                    </a:lnTo>
                    <a:lnTo>
                      <a:pt x="17654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3" name="Google Shape;5753;p308"/>
              <p:cNvSpPr/>
              <p:nvPr/>
            </p:nvSpPr>
            <p:spPr>
              <a:xfrm flipH="1">
                <a:off x="3972355" y="-172"/>
                <a:ext cx="2110285" cy="1066931"/>
              </a:xfrm>
              <a:custGeom>
                <a:avLst/>
                <a:gdLst/>
                <a:ahLst/>
                <a:cxnLst/>
                <a:rect l="l" t="t" r="r" b="b"/>
                <a:pathLst>
                  <a:path w="107380" h="38166" extrusionOk="0">
                    <a:moveTo>
                      <a:pt x="1" y="1"/>
                    </a:moveTo>
                    <a:lnTo>
                      <a:pt x="107380" y="1"/>
                    </a:lnTo>
                    <a:lnTo>
                      <a:pt x="107380" y="38166"/>
                    </a:lnTo>
                    <a:lnTo>
                      <a:pt x="1" y="381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4" name="Google Shape;5754;p308"/>
              <p:cNvSpPr/>
              <p:nvPr/>
            </p:nvSpPr>
            <p:spPr>
              <a:xfrm flipH="1">
                <a:off x="5753085" y="248551"/>
                <a:ext cx="657837" cy="569527"/>
              </a:xfrm>
              <a:custGeom>
                <a:avLst/>
                <a:gdLst/>
                <a:ahLst/>
                <a:cxnLst/>
                <a:rect l="l" t="t" r="r" b="b"/>
                <a:pathLst>
                  <a:path w="23532" h="20373" extrusionOk="0">
                    <a:moveTo>
                      <a:pt x="11744" y="0"/>
                    </a:moveTo>
                    <a:lnTo>
                      <a:pt x="5872" y="10186"/>
                    </a:lnTo>
                    <a:lnTo>
                      <a:pt x="1" y="20373"/>
                    </a:lnTo>
                    <a:lnTo>
                      <a:pt x="23531" y="20373"/>
                    </a:lnTo>
                    <a:lnTo>
                      <a:pt x="17660" y="10186"/>
                    </a:lnTo>
                    <a:lnTo>
                      <a:pt x="1174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5" name="Google Shape;5755;p308"/>
              <p:cNvSpPr/>
              <p:nvPr/>
            </p:nvSpPr>
            <p:spPr>
              <a:xfrm flipH="1">
                <a:off x="8298598" y="282126"/>
                <a:ext cx="502379" cy="503637"/>
              </a:xfrm>
              <a:custGeom>
                <a:avLst/>
                <a:gdLst/>
                <a:ahLst/>
                <a:cxnLst/>
                <a:rect l="l" t="t" r="r" b="b"/>
                <a:pathLst>
                  <a:path w="17971" h="18016" extrusionOk="0">
                    <a:moveTo>
                      <a:pt x="17971" y="8985"/>
                    </a:moveTo>
                    <a:cubicBezTo>
                      <a:pt x="17971" y="13967"/>
                      <a:pt x="13967" y="18015"/>
                      <a:pt x="8985" y="18015"/>
                    </a:cubicBezTo>
                    <a:cubicBezTo>
                      <a:pt x="4003" y="18015"/>
                      <a:pt x="0" y="13967"/>
                      <a:pt x="0" y="8985"/>
                    </a:cubicBezTo>
                    <a:cubicBezTo>
                      <a:pt x="0" y="4003"/>
                      <a:pt x="4003" y="0"/>
                      <a:pt x="8985" y="0"/>
                    </a:cubicBezTo>
                    <a:cubicBezTo>
                      <a:pt x="13967" y="0"/>
                      <a:pt x="17971" y="4003"/>
                      <a:pt x="17971" y="898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5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7" name="Google Shape;5757;p309"/>
          <p:cNvGrpSpPr/>
          <p:nvPr/>
        </p:nvGrpSpPr>
        <p:grpSpPr>
          <a:xfrm flipH="1">
            <a:off x="-18663" y="4014980"/>
            <a:ext cx="9181330" cy="1149629"/>
            <a:chOff x="-17463" y="-1061"/>
            <a:chExt cx="9181330" cy="1149629"/>
          </a:xfrm>
        </p:grpSpPr>
        <p:grpSp>
          <p:nvGrpSpPr>
            <p:cNvPr id="5758" name="Google Shape;5758;p309"/>
            <p:cNvGrpSpPr/>
            <p:nvPr/>
          </p:nvGrpSpPr>
          <p:grpSpPr>
            <a:xfrm>
              <a:off x="-17463" y="-1061"/>
              <a:ext cx="9178930" cy="1141904"/>
              <a:chOff x="-15063" y="4001589"/>
              <a:chExt cx="9178930" cy="1141904"/>
            </a:xfrm>
          </p:grpSpPr>
          <p:sp>
            <p:nvSpPr>
              <p:cNvPr id="5759" name="Google Shape;5759;p309"/>
              <p:cNvSpPr/>
              <p:nvPr/>
            </p:nvSpPr>
            <p:spPr>
              <a:xfrm>
                <a:off x="-15063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accent1"/>
                  </a:gs>
                </a:gsLst>
                <a:lin ang="8100019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0" name="Google Shape;5760;p309"/>
              <p:cNvSpPr/>
              <p:nvPr/>
            </p:nvSpPr>
            <p:spPr>
              <a:xfrm>
                <a:off x="2037012" y="4012575"/>
                <a:ext cx="205206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1" name="Google Shape;5761;p309"/>
              <p:cNvSpPr/>
              <p:nvPr/>
            </p:nvSpPr>
            <p:spPr>
              <a:xfrm>
                <a:off x="5269159" y="4012600"/>
                <a:ext cx="1246308" cy="1130864"/>
              </a:xfrm>
              <a:custGeom>
                <a:avLst/>
                <a:gdLst/>
                <a:ahLst/>
                <a:cxnLst/>
                <a:rect l="l" t="t" r="r" b="b"/>
                <a:pathLst>
                  <a:path w="258973" h="155019" extrusionOk="0">
                    <a:moveTo>
                      <a:pt x="0" y="1"/>
                    </a:moveTo>
                    <a:lnTo>
                      <a:pt x="0" y="155019"/>
                    </a:lnTo>
                    <a:lnTo>
                      <a:pt x="258972" y="155019"/>
                    </a:lnTo>
                    <a:lnTo>
                      <a:pt x="258972" y="1"/>
                    </a:lnTo>
                    <a:close/>
                  </a:path>
                </a:pathLst>
              </a:custGeom>
              <a:solidFill>
                <a:srgbClr val="5635D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2" name="Google Shape;5762;p309"/>
              <p:cNvSpPr/>
              <p:nvPr/>
            </p:nvSpPr>
            <p:spPr>
              <a:xfrm rot="5400000">
                <a:off x="723814" y="3834884"/>
                <a:ext cx="574304" cy="1486293"/>
              </a:xfrm>
              <a:custGeom>
                <a:avLst/>
                <a:gdLst/>
                <a:ahLst/>
                <a:cxnLst/>
                <a:rect l="l" t="t" r="r" b="b"/>
                <a:pathLst>
                  <a:path w="28914" h="71038" extrusionOk="0">
                    <a:moveTo>
                      <a:pt x="0" y="0"/>
                    </a:moveTo>
                    <a:lnTo>
                      <a:pt x="0" y="71037"/>
                    </a:lnTo>
                    <a:lnTo>
                      <a:pt x="28913" y="71037"/>
                    </a:lnTo>
                    <a:lnTo>
                      <a:pt x="28913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3" name="Google Shape;5763;p309"/>
              <p:cNvSpPr/>
              <p:nvPr/>
            </p:nvSpPr>
            <p:spPr>
              <a:xfrm>
                <a:off x="7685719" y="4007087"/>
                <a:ext cx="1478147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74419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74418" y="56937"/>
                    </a:lnTo>
                    <a:lnTo>
                      <a:pt x="74418" y="0"/>
                    </a:ln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4" name="Google Shape;5764;p309"/>
              <p:cNvSpPr/>
              <p:nvPr/>
            </p:nvSpPr>
            <p:spPr>
              <a:xfrm rot="5400000">
                <a:off x="3447120" y="4379712"/>
                <a:ext cx="659497" cy="486337"/>
              </a:xfrm>
              <a:custGeom>
                <a:avLst/>
                <a:gdLst/>
                <a:ahLst/>
                <a:cxnLst/>
                <a:rect l="l" t="t" r="r" b="b"/>
                <a:pathLst>
                  <a:path w="36654" h="27030" extrusionOk="0">
                    <a:moveTo>
                      <a:pt x="3737" y="0"/>
                    </a:moveTo>
                    <a:cubicBezTo>
                      <a:pt x="1335" y="2936"/>
                      <a:pt x="1" y="6584"/>
                      <a:pt x="45" y="10409"/>
                    </a:cubicBezTo>
                    <a:cubicBezTo>
                      <a:pt x="9" y="19879"/>
                      <a:pt x="7787" y="27030"/>
                      <a:pt x="16577" y="27030"/>
                    </a:cubicBezTo>
                    <a:cubicBezTo>
                      <a:pt x="18397" y="27030"/>
                      <a:pt x="20261" y="26723"/>
                      <a:pt x="22108" y="26066"/>
                    </a:cubicBezTo>
                    <a:cubicBezTo>
                      <a:pt x="32917" y="22241"/>
                      <a:pt x="36654" y="8852"/>
                      <a:pt x="29448" y="0"/>
                    </a:cubicBezTo>
                    <a:close/>
                  </a:path>
                </a:pathLst>
              </a:custGeom>
              <a:solidFill>
                <a:srgbClr val="FF61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5" name="Google Shape;5765;p309"/>
              <p:cNvSpPr/>
              <p:nvPr/>
            </p:nvSpPr>
            <p:spPr>
              <a:xfrm rot="5400000">
                <a:off x="2811074" y="4264721"/>
                <a:ext cx="654693" cy="653901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6343" extrusionOk="0">
                    <a:moveTo>
                      <a:pt x="29892" y="6451"/>
                    </a:moveTo>
                    <a:cubicBezTo>
                      <a:pt x="36387" y="12945"/>
                      <a:pt x="36387" y="23398"/>
                      <a:pt x="29892" y="29893"/>
                    </a:cubicBezTo>
                    <a:cubicBezTo>
                      <a:pt x="23442" y="36342"/>
                      <a:pt x="12945" y="36342"/>
                      <a:pt x="6495" y="29893"/>
                    </a:cubicBezTo>
                    <a:cubicBezTo>
                      <a:pt x="1" y="23398"/>
                      <a:pt x="1" y="12945"/>
                      <a:pt x="6495" y="6451"/>
                    </a:cubicBezTo>
                    <a:cubicBezTo>
                      <a:pt x="12945" y="1"/>
                      <a:pt x="23442" y="1"/>
                      <a:pt x="29892" y="64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6" name="Google Shape;5766;p309"/>
              <p:cNvSpPr/>
              <p:nvPr/>
            </p:nvSpPr>
            <p:spPr>
              <a:xfrm>
                <a:off x="6510526" y="4001589"/>
                <a:ext cx="1175328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0096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60096" y="56937"/>
                    </a:lnTo>
                    <a:lnTo>
                      <a:pt x="60096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7" name="Google Shape;5767;p309"/>
              <p:cNvSpPr/>
              <p:nvPr/>
            </p:nvSpPr>
            <p:spPr>
              <a:xfrm>
                <a:off x="4020015" y="4012582"/>
                <a:ext cx="131821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66367" h="56937" extrusionOk="0">
                    <a:moveTo>
                      <a:pt x="0" y="0"/>
                    </a:moveTo>
                    <a:lnTo>
                      <a:pt x="0" y="56937"/>
                    </a:lnTo>
                    <a:lnTo>
                      <a:pt x="66367" y="56937"/>
                    </a:lnTo>
                    <a:lnTo>
                      <a:pt x="66367" y="0"/>
                    </a:lnTo>
                    <a:close/>
                  </a:path>
                </a:pathLst>
              </a:custGeom>
              <a:solidFill>
                <a:srgbClr val="F9C5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8" name="Google Shape;5768;p309"/>
              <p:cNvSpPr/>
              <p:nvPr/>
            </p:nvSpPr>
            <p:spPr>
              <a:xfrm>
                <a:off x="5338202" y="4002650"/>
                <a:ext cx="1177275" cy="1130911"/>
              </a:xfrm>
              <a:custGeom>
                <a:avLst/>
                <a:gdLst/>
                <a:ahLst/>
                <a:cxnLst/>
                <a:rect l="l" t="t" r="r" b="b"/>
                <a:pathLst>
                  <a:path w="58094" h="56937" extrusionOk="0">
                    <a:moveTo>
                      <a:pt x="1" y="0"/>
                    </a:moveTo>
                    <a:lnTo>
                      <a:pt x="1" y="56937"/>
                    </a:lnTo>
                    <a:lnTo>
                      <a:pt x="58094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9" name="Google Shape;5769;p309"/>
              <p:cNvSpPr/>
              <p:nvPr/>
            </p:nvSpPr>
            <p:spPr>
              <a:xfrm>
                <a:off x="6695295" y="4191537"/>
                <a:ext cx="788124" cy="750127"/>
              </a:xfrm>
              <a:custGeom>
                <a:avLst/>
                <a:gdLst/>
                <a:ahLst/>
                <a:cxnLst/>
                <a:rect l="l" t="t" r="r" b="b"/>
                <a:pathLst>
                  <a:path w="39679" h="37766" extrusionOk="0">
                    <a:moveTo>
                      <a:pt x="39678" y="18906"/>
                    </a:moveTo>
                    <a:lnTo>
                      <a:pt x="29803" y="22153"/>
                    </a:lnTo>
                    <a:lnTo>
                      <a:pt x="35897" y="30560"/>
                    </a:lnTo>
                    <a:lnTo>
                      <a:pt x="25978" y="27402"/>
                    </a:lnTo>
                    <a:lnTo>
                      <a:pt x="25933" y="37766"/>
                    </a:lnTo>
                    <a:lnTo>
                      <a:pt x="19839" y="29359"/>
                    </a:lnTo>
                    <a:lnTo>
                      <a:pt x="13701" y="37766"/>
                    </a:lnTo>
                    <a:lnTo>
                      <a:pt x="13657" y="27402"/>
                    </a:lnTo>
                    <a:lnTo>
                      <a:pt x="3782" y="30560"/>
                    </a:lnTo>
                    <a:lnTo>
                      <a:pt x="9831" y="22153"/>
                    </a:lnTo>
                    <a:lnTo>
                      <a:pt x="1" y="18906"/>
                    </a:lnTo>
                    <a:lnTo>
                      <a:pt x="9831" y="15658"/>
                    </a:lnTo>
                    <a:lnTo>
                      <a:pt x="3782" y="7207"/>
                    </a:lnTo>
                    <a:lnTo>
                      <a:pt x="13657" y="10410"/>
                    </a:lnTo>
                    <a:lnTo>
                      <a:pt x="13701" y="1"/>
                    </a:lnTo>
                    <a:lnTo>
                      <a:pt x="19839" y="8408"/>
                    </a:lnTo>
                    <a:lnTo>
                      <a:pt x="25933" y="1"/>
                    </a:lnTo>
                    <a:lnTo>
                      <a:pt x="25978" y="10410"/>
                    </a:lnTo>
                    <a:lnTo>
                      <a:pt x="35897" y="7207"/>
                    </a:lnTo>
                    <a:lnTo>
                      <a:pt x="29803" y="1565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0" name="Google Shape;5770;p309"/>
              <p:cNvSpPr/>
              <p:nvPr/>
            </p:nvSpPr>
            <p:spPr>
              <a:xfrm>
                <a:off x="7685719" y="4001592"/>
                <a:ext cx="632621" cy="631727"/>
              </a:xfrm>
              <a:custGeom>
                <a:avLst/>
                <a:gdLst/>
                <a:ahLst/>
                <a:cxnLst/>
                <a:rect l="l" t="t" r="r" b="b"/>
                <a:pathLst>
                  <a:path w="31850" h="31805" extrusionOk="0">
                    <a:moveTo>
                      <a:pt x="1" y="31805"/>
                    </a:moveTo>
                    <a:lnTo>
                      <a:pt x="1" y="31805"/>
                    </a:lnTo>
                    <a:lnTo>
                      <a:pt x="1" y="0"/>
                    </a:lnTo>
                    <a:lnTo>
                      <a:pt x="31849" y="0"/>
                    </a:lnTo>
                    <a:cubicBezTo>
                      <a:pt x="31849" y="17571"/>
                      <a:pt x="17571" y="31805"/>
                      <a:pt x="1" y="3180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1" name="Google Shape;5771;p309"/>
              <p:cNvSpPr/>
              <p:nvPr/>
            </p:nvSpPr>
            <p:spPr>
              <a:xfrm>
                <a:off x="4397263" y="4307680"/>
                <a:ext cx="563718" cy="487704"/>
              </a:xfrm>
              <a:custGeom>
                <a:avLst/>
                <a:gdLst/>
                <a:ahLst/>
                <a:cxnLst/>
                <a:rect l="l" t="t" r="r" b="b"/>
                <a:pathLst>
                  <a:path w="28381" h="24554" extrusionOk="0">
                    <a:moveTo>
                      <a:pt x="14191" y="0"/>
                    </a:moveTo>
                    <a:lnTo>
                      <a:pt x="7118" y="12277"/>
                    </a:lnTo>
                    <a:lnTo>
                      <a:pt x="1" y="24554"/>
                    </a:lnTo>
                    <a:lnTo>
                      <a:pt x="28380" y="24554"/>
                    </a:lnTo>
                    <a:lnTo>
                      <a:pt x="21263" y="12277"/>
                    </a:lnTo>
                    <a:lnTo>
                      <a:pt x="14191" y="0"/>
                    </a:ln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2" name="Google Shape;5772;p309"/>
              <p:cNvSpPr/>
              <p:nvPr/>
            </p:nvSpPr>
            <p:spPr>
              <a:xfrm rot="5400000">
                <a:off x="2117847" y="4293733"/>
                <a:ext cx="654693" cy="595876"/>
              </a:xfrm>
              <a:custGeom>
                <a:avLst/>
                <a:gdLst/>
                <a:ahLst/>
                <a:cxnLst/>
                <a:rect l="l" t="t" r="r" b="b"/>
                <a:pathLst>
                  <a:path w="36387" h="33118" extrusionOk="0">
                    <a:moveTo>
                      <a:pt x="18194" y="1"/>
                    </a:moveTo>
                    <a:cubicBezTo>
                      <a:pt x="13957" y="1"/>
                      <a:pt x="9720" y="1613"/>
                      <a:pt x="6495" y="4838"/>
                    </a:cubicBezTo>
                    <a:cubicBezTo>
                      <a:pt x="1" y="11332"/>
                      <a:pt x="1" y="21830"/>
                      <a:pt x="6495" y="28280"/>
                    </a:cubicBezTo>
                    <a:cubicBezTo>
                      <a:pt x="9720" y="31505"/>
                      <a:pt x="13957" y="33117"/>
                      <a:pt x="18194" y="33117"/>
                    </a:cubicBezTo>
                    <a:cubicBezTo>
                      <a:pt x="22430" y="33117"/>
                      <a:pt x="26667" y="31505"/>
                      <a:pt x="29892" y="28280"/>
                    </a:cubicBezTo>
                    <a:cubicBezTo>
                      <a:pt x="36387" y="21830"/>
                      <a:pt x="36387" y="11332"/>
                      <a:pt x="29892" y="4838"/>
                    </a:cubicBezTo>
                    <a:cubicBezTo>
                      <a:pt x="26667" y="1613"/>
                      <a:pt x="22430" y="1"/>
                      <a:pt x="18194" y="1"/>
                    </a:cubicBezTo>
                    <a:close/>
                  </a:path>
                </a:pathLst>
              </a:custGeom>
              <a:solidFill>
                <a:srgbClr val="1B1B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73" name="Google Shape;5773;p309"/>
            <p:cNvSpPr/>
            <p:nvPr/>
          </p:nvSpPr>
          <p:spPr>
            <a:xfrm>
              <a:off x="8532120" y="515948"/>
              <a:ext cx="631747" cy="632621"/>
            </a:xfrm>
            <a:custGeom>
              <a:avLst/>
              <a:gdLst/>
              <a:ahLst/>
              <a:cxnLst/>
              <a:rect l="l" t="t" r="r" b="b"/>
              <a:pathLst>
                <a:path w="31806" h="31850" extrusionOk="0">
                  <a:moveTo>
                    <a:pt x="31805" y="1"/>
                  </a:moveTo>
                  <a:cubicBezTo>
                    <a:pt x="14235" y="1"/>
                    <a:pt x="1" y="14235"/>
                    <a:pt x="1" y="31850"/>
                  </a:cubicBezTo>
                  <a:lnTo>
                    <a:pt x="31805" y="31850"/>
                  </a:lnTo>
                  <a:lnTo>
                    <a:pt x="31805" y="1"/>
                  </a:lnTo>
                  <a:close/>
                </a:path>
              </a:pathLst>
            </a:custGeom>
            <a:solidFill>
              <a:srgbClr val="1B1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69.xml"/><Relationship Id="rId3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64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68.xml"/><Relationship Id="rId33" Type="http://schemas.openxmlformats.org/officeDocument/2006/relationships/theme" Target="../theme/theme3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63.xml"/><Relationship Id="rId29" Type="http://schemas.openxmlformats.org/officeDocument/2006/relationships/slideLayout" Target="../slideLayouts/slideLayout72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67.xml"/><Relationship Id="rId32" Type="http://schemas.openxmlformats.org/officeDocument/2006/relationships/slideLayout" Target="../slideLayouts/slideLayout75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66.xml"/><Relationship Id="rId28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62.xml"/><Relationship Id="rId31" Type="http://schemas.openxmlformats.org/officeDocument/2006/relationships/slideLayout" Target="../slideLayouts/slideLayout74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65.xml"/><Relationship Id="rId27" Type="http://schemas.openxmlformats.org/officeDocument/2006/relationships/slideLayout" Target="../slideLayouts/slideLayout70.xml"/><Relationship Id="rId30" Type="http://schemas.openxmlformats.org/officeDocument/2006/relationships/slideLayout" Target="../slideLayouts/slideLayout73.xml"/><Relationship Id="rId8" Type="http://schemas.openxmlformats.org/officeDocument/2006/relationships/slideLayout" Target="../slideLayouts/slideLayout51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93.xml"/><Relationship Id="rId26" Type="http://schemas.openxmlformats.org/officeDocument/2006/relationships/slideLayout" Target="../slideLayouts/slideLayout101.xml"/><Relationship Id="rId3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96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100.xml"/><Relationship Id="rId33" Type="http://schemas.openxmlformats.org/officeDocument/2006/relationships/theme" Target="../theme/theme4.xml"/><Relationship Id="rId2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95.xml"/><Relationship Id="rId29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99.xml"/><Relationship Id="rId32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90.xml"/><Relationship Id="rId23" Type="http://schemas.openxmlformats.org/officeDocument/2006/relationships/slideLayout" Target="../slideLayouts/slideLayout98.xml"/><Relationship Id="rId28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94.xml"/><Relationship Id="rId31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7.xml"/><Relationship Id="rId27" Type="http://schemas.openxmlformats.org/officeDocument/2006/relationships/slideLayout" Target="../slideLayouts/slideLayout102.xml"/><Relationship Id="rId30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3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0.xml"/><Relationship Id="rId18" Type="http://schemas.openxmlformats.org/officeDocument/2006/relationships/slideLayout" Target="../slideLayouts/slideLayout125.xml"/><Relationship Id="rId26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10.xml"/><Relationship Id="rId21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124.xml"/><Relationship Id="rId25" Type="http://schemas.openxmlformats.org/officeDocument/2006/relationships/slideLayout" Target="../slideLayouts/slideLayout132.xml"/><Relationship Id="rId33" Type="http://schemas.openxmlformats.org/officeDocument/2006/relationships/theme" Target="../theme/theme5.xml"/><Relationship Id="rId2" Type="http://schemas.openxmlformats.org/officeDocument/2006/relationships/slideLayout" Target="../slideLayouts/slideLayout109.xml"/><Relationship Id="rId16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7.xml"/><Relationship Id="rId29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8.xml"/><Relationship Id="rId24" Type="http://schemas.openxmlformats.org/officeDocument/2006/relationships/slideLayout" Target="../slideLayouts/slideLayout131.xml"/><Relationship Id="rId32" Type="http://schemas.openxmlformats.org/officeDocument/2006/relationships/slideLayout" Target="../slideLayouts/slideLayout139.xml"/><Relationship Id="rId5" Type="http://schemas.openxmlformats.org/officeDocument/2006/relationships/slideLayout" Target="../slideLayouts/slideLayout112.xml"/><Relationship Id="rId15" Type="http://schemas.openxmlformats.org/officeDocument/2006/relationships/slideLayout" Target="../slideLayouts/slideLayout122.xml"/><Relationship Id="rId23" Type="http://schemas.openxmlformats.org/officeDocument/2006/relationships/slideLayout" Target="../slideLayouts/slideLayout130.xml"/><Relationship Id="rId28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17.xml"/><Relationship Id="rId19" Type="http://schemas.openxmlformats.org/officeDocument/2006/relationships/slideLayout" Target="../slideLayouts/slideLayout126.xml"/><Relationship Id="rId31" Type="http://schemas.openxmlformats.org/officeDocument/2006/relationships/slideLayout" Target="../slideLayouts/slideLayout138.xml"/><Relationship Id="rId4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21.xml"/><Relationship Id="rId22" Type="http://schemas.openxmlformats.org/officeDocument/2006/relationships/slideLayout" Target="../slideLayouts/slideLayout129.xml"/><Relationship Id="rId27" Type="http://schemas.openxmlformats.org/officeDocument/2006/relationships/slideLayout" Target="../slideLayouts/slideLayout134.xml"/><Relationship Id="rId30" Type="http://schemas.openxmlformats.org/officeDocument/2006/relationships/slideLayout" Target="../slideLayouts/slideLayout137.xml"/><Relationship Id="rId8" Type="http://schemas.openxmlformats.org/officeDocument/2006/relationships/slideLayout" Target="../slideLayouts/slideLayout115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2.xml"/><Relationship Id="rId18" Type="http://schemas.openxmlformats.org/officeDocument/2006/relationships/slideLayout" Target="../slideLayouts/slideLayout157.xml"/><Relationship Id="rId26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42.xml"/><Relationship Id="rId21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46.xml"/><Relationship Id="rId12" Type="http://schemas.openxmlformats.org/officeDocument/2006/relationships/slideLayout" Target="../slideLayouts/slideLayout151.xml"/><Relationship Id="rId17" Type="http://schemas.openxmlformats.org/officeDocument/2006/relationships/slideLayout" Target="../slideLayouts/slideLayout156.xml"/><Relationship Id="rId25" Type="http://schemas.openxmlformats.org/officeDocument/2006/relationships/slideLayout" Target="../slideLayouts/slideLayout164.xml"/><Relationship Id="rId33" Type="http://schemas.openxmlformats.org/officeDocument/2006/relationships/theme" Target="../theme/theme6.xml"/><Relationship Id="rId2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55.xml"/><Relationship Id="rId20" Type="http://schemas.openxmlformats.org/officeDocument/2006/relationships/slideLayout" Target="../slideLayouts/slideLayout159.xml"/><Relationship Id="rId29" Type="http://schemas.openxmlformats.org/officeDocument/2006/relationships/slideLayout" Target="../slideLayouts/slideLayout168.xml"/><Relationship Id="rId1" Type="http://schemas.openxmlformats.org/officeDocument/2006/relationships/slideLayout" Target="../slideLayouts/slideLayout140.xml"/><Relationship Id="rId6" Type="http://schemas.openxmlformats.org/officeDocument/2006/relationships/slideLayout" Target="../slideLayouts/slideLayout145.xml"/><Relationship Id="rId11" Type="http://schemas.openxmlformats.org/officeDocument/2006/relationships/slideLayout" Target="../slideLayouts/slideLayout150.xml"/><Relationship Id="rId24" Type="http://schemas.openxmlformats.org/officeDocument/2006/relationships/slideLayout" Target="../slideLayouts/slideLayout163.xml"/><Relationship Id="rId32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44.xml"/><Relationship Id="rId15" Type="http://schemas.openxmlformats.org/officeDocument/2006/relationships/slideLayout" Target="../slideLayouts/slideLayout154.xml"/><Relationship Id="rId23" Type="http://schemas.openxmlformats.org/officeDocument/2006/relationships/slideLayout" Target="../slideLayouts/slideLayout162.xml"/><Relationship Id="rId28" Type="http://schemas.openxmlformats.org/officeDocument/2006/relationships/slideLayout" Target="../slideLayouts/slideLayout167.xml"/><Relationship Id="rId10" Type="http://schemas.openxmlformats.org/officeDocument/2006/relationships/slideLayout" Target="../slideLayouts/slideLayout149.xml"/><Relationship Id="rId19" Type="http://schemas.openxmlformats.org/officeDocument/2006/relationships/slideLayout" Target="../slideLayouts/slideLayout158.xml"/><Relationship Id="rId31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43.xml"/><Relationship Id="rId9" Type="http://schemas.openxmlformats.org/officeDocument/2006/relationships/slideLayout" Target="../slideLayouts/slideLayout148.xml"/><Relationship Id="rId14" Type="http://schemas.openxmlformats.org/officeDocument/2006/relationships/slideLayout" Target="../slideLayouts/slideLayout153.xml"/><Relationship Id="rId22" Type="http://schemas.openxmlformats.org/officeDocument/2006/relationships/slideLayout" Target="../slideLayouts/slideLayout161.xml"/><Relationship Id="rId27" Type="http://schemas.openxmlformats.org/officeDocument/2006/relationships/slideLayout" Target="../slideLayouts/slideLayout166.xml"/><Relationship Id="rId30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47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84.xml"/><Relationship Id="rId18" Type="http://schemas.openxmlformats.org/officeDocument/2006/relationships/slideLayout" Target="../slideLayouts/slideLayout189.xml"/><Relationship Id="rId26" Type="http://schemas.openxmlformats.org/officeDocument/2006/relationships/slideLayout" Target="../slideLayouts/slideLayout197.xml"/><Relationship Id="rId3" Type="http://schemas.openxmlformats.org/officeDocument/2006/relationships/slideLayout" Target="../slideLayouts/slideLayout174.xml"/><Relationship Id="rId21" Type="http://schemas.openxmlformats.org/officeDocument/2006/relationships/slideLayout" Target="../slideLayouts/slideLayout192.xml"/><Relationship Id="rId7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83.xml"/><Relationship Id="rId17" Type="http://schemas.openxmlformats.org/officeDocument/2006/relationships/slideLayout" Target="../slideLayouts/slideLayout188.xml"/><Relationship Id="rId25" Type="http://schemas.openxmlformats.org/officeDocument/2006/relationships/slideLayout" Target="../slideLayouts/slideLayout196.xml"/><Relationship Id="rId33" Type="http://schemas.openxmlformats.org/officeDocument/2006/relationships/theme" Target="../theme/theme7.xml"/><Relationship Id="rId2" Type="http://schemas.openxmlformats.org/officeDocument/2006/relationships/slideLayout" Target="../slideLayouts/slideLayout173.xml"/><Relationship Id="rId16" Type="http://schemas.openxmlformats.org/officeDocument/2006/relationships/slideLayout" Target="../slideLayouts/slideLayout187.xml"/><Relationship Id="rId20" Type="http://schemas.openxmlformats.org/officeDocument/2006/relationships/slideLayout" Target="../slideLayouts/slideLayout191.xml"/><Relationship Id="rId29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82.xml"/><Relationship Id="rId24" Type="http://schemas.openxmlformats.org/officeDocument/2006/relationships/slideLayout" Target="../slideLayouts/slideLayout195.xml"/><Relationship Id="rId32" Type="http://schemas.openxmlformats.org/officeDocument/2006/relationships/slideLayout" Target="../slideLayouts/slideLayout203.xml"/><Relationship Id="rId5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86.xml"/><Relationship Id="rId23" Type="http://schemas.openxmlformats.org/officeDocument/2006/relationships/slideLayout" Target="../slideLayouts/slideLayout194.xml"/><Relationship Id="rId28" Type="http://schemas.openxmlformats.org/officeDocument/2006/relationships/slideLayout" Target="../slideLayouts/slideLayout199.xml"/><Relationship Id="rId10" Type="http://schemas.openxmlformats.org/officeDocument/2006/relationships/slideLayout" Target="../slideLayouts/slideLayout181.xml"/><Relationship Id="rId19" Type="http://schemas.openxmlformats.org/officeDocument/2006/relationships/slideLayout" Target="../slideLayouts/slideLayout190.xml"/><Relationship Id="rId31" Type="http://schemas.openxmlformats.org/officeDocument/2006/relationships/slideLayout" Target="../slideLayouts/slideLayout202.xml"/><Relationship Id="rId4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80.xml"/><Relationship Id="rId14" Type="http://schemas.openxmlformats.org/officeDocument/2006/relationships/slideLayout" Target="../slideLayouts/slideLayout185.xml"/><Relationship Id="rId22" Type="http://schemas.openxmlformats.org/officeDocument/2006/relationships/slideLayout" Target="../slideLayouts/slideLayout193.xml"/><Relationship Id="rId27" Type="http://schemas.openxmlformats.org/officeDocument/2006/relationships/slideLayout" Target="../slideLayouts/slideLayout198.xml"/><Relationship Id="rId30" Type="http://schemas.openxmlformats.org/officeDocument/2006/relationships/slideLayout" Target="../slideLayouts/slideLayout201.xml"/><Relationship Id="rId8" Type="http://schemas.openxmlformats.org/officeDocument/2006/relationships/slideLayout" Target="../slideLayouts/slideLayout179.xml"/></Relationships>
</file>

<file path=ppt/slideMasters/_rels/slideMaster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6.xml"/><Relationship Id="rId18" Type="http://schemas.openxmlformats.org/officeDocument/2006/relationships/slideLayout" Target="../slideLayouts/slideLayout221.xml"/><Relationship Id="rId26" Type="http://schemas.openxmlformats.org/officeDocument/2006/relationships/slideLayout" Target="../slideLayouts/slideLayout229.xml"/><Relationship Id="rId3" Type="http://schemas.openxmlformats.org/officeDocument/2006/relationships/slideLayout" Target="../slideLayouts/slideLayout206.xml"/><Relationship Id="rId21" Type="http://schemas.openxmlformats.org/officeDocument/2006/relationships/slideLayout" Target="../slideLayouts/slideLayout224.xml"/><Relationship Id="rId7" Type="http://schemas.openxmlformats.org/officeDocument/2006/relationships/slideLayout" Target="../slideLayouts/slideLayout210.xml"/><Relationship Id="rId12" Type="http://schemas.openxmlformats.org/officeDocument/2006/relationships/slideLayout" Target="../slideLayouts/slideLayout215.xml"/><Relationship Id="rId17" Type="http://schemas.openxmlformats.org/officeDocument/2006/relationships/slideLayout" Target="../slideLayouts/slideLayout220.xml"/><Relationship Id="rId25" Type="http://schemas.openxmlformats.org/officeDocument/2006/relationships/slideLayout" Target="../slideLayouts/slideLayout228.xml"/><Relationship Id="rId33" Type="http://schemas.openxmlformats.org/officeDocument/2006/relationships/theme" Target="../theme/theme8.xml"/><Relationship Id="rId2" Type="http://schemas.openxmlformats.org/officeDocument/2006/relationships/slideLayout" Target="../slideLayouts/slideLayout205.xml"/><Relationship Id="rId16" Type="http://schemas.openxmlformats.org/officeDocument/2006/relationships/slideLayout" Target="../slideLayouts/slideLayout219.xml"/><Relationship Id="rId20" Type="http://schemas.openxmlformats.org/officeDocument/2006/relationships/slideLayout" Target="../slideLayouts/slideLayout223.xml"/><Relationship Id="rId29" Type="http://schemas.openxmlformats.org/officeDocument/2006/relationships/slideLayout" Target="../slideLayouts/slideLayout232.xml"/><Relationship Id="rId1" Type="http://schemas.openxmlformats.org/officeDocument/2006/relationships/slideLayout" Target="../slideLayouts/slideLayout204.xml"/><Relationship Id="rId6" Type="http://schemas.openxmlformats.org/officeDocument/2006/relationships/slideLayout" Target="../slideLayouts/slideLayout209.xml"/><Relationship Id="rId11" Type="http://schemas.openxmlformats.org/officeDocument/2006/relationships/slideLayout" Target="../slideLayouts/slideLayout214.xml"/><Relationship Id="rId24" Type="http://schemas.openxmlformats.org/officeDocument/2006/relationships/slideLayout" Target="../slideLayouts/slideLayout227.xml"/><Relationship Id="rId32" Type="http://schemas.openxmlformats.org/officeDocument/2006/relationships/slideLayout" Target="../slideLayouts/slideLayout235.xml"/><Relationship Id="rId5" Type="http://schemas.openxmlformats.org/officeDocument/2006/relationships/slideLayout" Target="../slideLayouts/slideLayout208.xml"/><Relationship Id="rId15" Type="http://schemas.openxmlformats.org/officeDocument/2006/relationships/slideLayout" Target="../slideLayouts/slideLayout218.xml"/><Relationship Id="rId23" Type="http://schemas.openxmlformats.org/officeDocument/2006/relationships/slideLayout" Target="../slideLayouts/slideLayout226.xml"/><Relationship Id="rId28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13.xml"/><Relationship Id="rId19" Type="http://schemas.openxmlformats.org/officeDocument/2006/relationships/slideLayout" Target="../slideLayouts/slideLayout222.xml"/><Relationship Id="rId31" Type="http://schemas.openxmlformats.org/officeDocument/2006/relationships/slideLayout" Target="../slideLayouts/slideLayout234.xml"/><Relationship Id="rId4" Type="http://schemas.openxmlformats.org/officeDocument/2006/relationships/slideLayout" Target="../slideLayouts/slideLayout207.xml"/><Relationship Id="rId9" Type="http://schemas.openxmlformats.org/officeDocument/2006/relationships/slideLayout" Target="../slideLayouts/slideLayout212.xml"/><Relationship Id="rId14" Type="http://schemas.openxmlformats.org/officeDocument/2006/relationships/slideLayout" Target="../slideLayouts/slideLayout217.xml"/><Relationship Id="rId22" Type="http://schemas.openxmlformats.org/officeDocument/2006/relationships/slideLayout" Target="../slideLayouts/slideLayout225.xml"/><Relationship Id="rId27" Type="http://schemas.openxmlformats.org/officeDocument/2006/relationships/slideLayout" Target="../slideLayouts/slideLayout230.xml"/><Relationship Id="rId30" Type="http://schemas.openxmlformats.org/officeDocument/2006/relationships/slideLayout" Target="../slideLayouts/slideLayout233.xml"/><Relationship Id="rId8" Type="http://schemas.openxmlformats.org/officeDocument/2006/relationships/slideLayout" Target="../slideLayouts/slideLayout211.xml"/></Relationships>
</file>

<file path=ppt/slideMasters/_rels/slideMaster9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8.xml"/><Relationship Id="rId18" Type="http://schemas.openxmlformats.org/officeDocument/2006/relationships/slideLayout" Target="../slideLayouts/slideLayout253.xml"/><Relationship Id="rId26" Type="http://schemas.openxmlformats.org/officeDocument/2006/relationships/slideLayout" Target="../slideLayouts/slideLayout261.xml"/><Relationship Id="rId3" Type="http://schemas.openxmlformats.org/officeDocument/2006/relationships/slideLayout" Target="../slideLayouts/slideLayout238.xml"/><Relationship Id="rId21" Type="http://schemas.openxmlformats.org/officeDocument/2006/relationships/slideLayout" Target="../slideLayouts/slideLayout256.xml"/><Relationship Id="rId7" Type="http://schemas.openxmlformats.org/officeDocument/2006/relationships/slideLayout" Target="../slideLayouts/slideLayout242.xml"/><Relationship Id="rId12" Type="http://schemas.openxmlformats.org/officeDocument/2006/relationships/slideLayout" Target="../slideLayouts/slideLayout247.xml"/><Relationship Id="rId17" Type="http://schemas.openxmlformats.org/officeDocument/2006/relationships/slideLayout" Target="../slideLayouts/slideLayout252.xml"/><Relationship Id="rId25" Type="http://schemas.openxmlformats.org/officeDocument/2006/relationships/slideLayout" Target="../slideLayouts/slideLayout260.xml"/><Relationship Id="rId33" Type="http://schemas.openxmlformats.org/officeDocument/2006/relationships/theme" Target="../theme/theme9.xml"/><Relationship Id="rId2" Type="http://schemas.openxmlformats.org/officeDocument/2006/relationships/slideLayout" Target="../slideLayouts/slideLayout237.xml"/><Relationship Id="rId16" Type="http://schemas.openxmlformats.org/officeDocument/2006/relationships/slideLayout" Target="../slideLayouts/slideLayout251.xml"/><Relationship Id="rId20" Type="http://schemas.openxmlformats.org/officeDocument/2006/relationships/slideLayout" Target="../slideLayouts/slideLayout255.xml"/><Relationship Id="rId29" Type="http://schemas.openxmlformats.org/officeDocument/2006/relationships/slideLayout" Target="../slideLayouts/slideLayout264.xml"/><Relationship Id="rId1" Type="http://schemas.openxmlformats.org/officeDocument/2006/relationships/slideLayout" Target="../slideLayouts/slideLayout236.xml"/><Relationship Id="rId6" Type="http://schemas.openxmlformats.org/officeDocument/2006/relationships/slideLayout" Target="../slideLayouts/slideLayout241.xml"/><Relationship Id="rId11" Type="http://schemas.openxmlformats.org/officeDocument/2006/relationships/slideLayout" Target="../slideLayouts/slideLayout246.xml"/><Relationship Id="rId24" Type="http://schemas.openxmlformats.org/officeDocument/2006/relationships/slideLayout" Target="../slideLayouts/slideLayout259.xml"/><Relationship Id="rId32" Type="http://schemas.openxmlformats.org/officeDocument/2006/relationships/slideLayout" Target="../slideLayouts/slideLayout267.xml"/><Relationship Id="rId5" Type="http://schemas.openxmlformats.org/officeDocument/2006/relationships/slideLayout" Target="../slideLayouts/slideLayout240.xml"/><Relationship Id="rId15" Type="http://schemas.openxmlformats.org/officeDocument/2006/relationships/slideLayout" Target="../slideLayouts/slideLayout250.xml"/><Relationship Id="rId23" Type="http://schemas.openxmlformats.org/officeDocument/2006/relationships/slideLayout" Target="../slideLayouts/slideLayout258.xml"/><Relationship Id="rId28" Type="http://schemas.openxmlformats.org/officeDocument/2006/relationships/slideLayout" Target="../slideLayouts/slideLayout263.xml"/><Relationship Id="rId10" Type="http://schemas.openxmlformats.org/officeDocument/2006/relationships/slideLayout" Target="../slideLayouts/slideLayout245.xml"/><Relationship Id="rId19" Type="http://schemas.openxmlformats.org/officeDocument/2006/relationships/slideLayout" Target="../slideLayouts/slideLayout254.xml"/><Relationship Id="rId31" Type="http://schemas.openxmlformats.org/officeDocument/2006/relationships/slideLayout" Target="../slideLayouts/slideLayout266.xml"/><Relationship Id="rId4" Type="http://schemas.openxmlformats.org/officeDocument/2006/relationships/slideLayout" Target="../slideLayouts/slideLayout239.xml"/><Relationship Id="rId9" Type="http://schemas.openxmlformats.org/officeDocument/2006/relationships/slideLayout" Target="../slideLayouts/slideLayout244.xml"/><Relationship Id="rId14" Type="http://schemas.openxmlformats.org/officeDocument/2006/relationships/slideLayout" Target="../slideLayouts/slideLayout249.xml"/><Relationship Id="rId22" Type="http://schemas.openxmlformats.org/officeDocument/2006/relationships/slideLayout" Target="../slideLayouts/slideLayout257.xml"/><Relationship Id="rId27" Type="http://schemas.openxmlformats.org/officeDocument/2006/relationships/slideLayout" Target="../slideLayouts/slideLayout262.xml"/><Relationship Id="rId30" Type="http://schemas.openxmlformats.org/officeDocument/2006/relationships/slideLayout" Target="../slideLayouts/slideLayout265.xml"/><Relationship Id="rId8" Type="http://schemas.openxmlformats.org/officeDocument/2006/relationships/slideLayout" Target="../slideLayouts/slideLayout243.xml"/></Relationships>
</file>

<file path=ppt/slideMasters/_rels/slideMaster10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80.xml"/><Relationship Id="rId18" Type="http://schemas.openxmlformats.org/officeDocument/2006/relationships/slideLayout" Target="../slideLayouts/slideLayout285.xml"/><Relationship Id="rId26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70.xml"/><Relationship Id="rId21" Type="http://schemas.openxmlformats.org/officeDocument/2006/relationships/slideLayout" Target="../slideLayouts/slideLayout288.xml"/><Relationship Id="rId7" Type="http://schemas.openxmlformats.org/officeDocument/2006/relationships/slideLayout" Target="../slideLayouts/slideLayout274.xml"/><Relationship Id="rId12" Type="http://schemas.openxmlformats.org/officeDocument/2006/relationships/slideLayout" Target="../slideLayouts/slideLayout279.xml"/><Relationship Id="rId17" Type="http://schemas.openxmlformats.org/officeDocument/2006/relationships/slideLayout" Target="../slideLayouts/slideLayout284.xml"/><Relationship Id="rId25" Type="http://schemas.openxmlformats.org/officeDocument/2006/relationships/slideLayout" Target="../slideLayouts/slideLayout292.xml"/><Relationship Id="rId33" Type="http://schemas.openxmlformats.org/officeDocument/2006/relationships/theme" Target="../theme/theme10.xml"/><Relationship Id="rId2" Type="http://schemas.openxmlformats.org/officeDocument/2006/relationships/slideLayout" Target="../slideLayouts/slideLayout269.xml"/><Relationship Id="rId16" Type="http://schemas.openxmlformats.org/officeDocument/2006/relationships/slideLayout" Target="../slideLayouts/slideLayout283.xml"/><Relationship Id="rId20" Type="http://schemas.openxmlformats.org/officeDocument/2006/relationships/slideLayout" Target="../slideLayouts/slideLayout287.xml"/><Relationship Id="rId29" Type="http://schemas.openxmlformats.org/officeDocument/2006/relationships/slideLayout" Target="../slideLayouts/slideLayout296.xml"/><Relationship Id="rId1" Type="http://schemas.openxmlformats.org/officeDocument/2006/relationships/slideLayout" Target="../slideLayouts/slideLayout268.xml"/><Relationship Id="rId6" Type="http://schemas.openxmlformats.org/officeDocument/2006/relationships/slideLayout" Target="../slideLayouts/slideLayout273.xml"/><Relationship Id="rId11" Type="http://schemas.openxmlformats.org/officeDocument/2006/relationships/slideLayout" Target="../slideLayouts/slideLayout278.xml"/><Relationship Id="rId24" Type="http://schemas.openxmlformats.org/officeDocument/2006/relationships/slideLayout" Target="../slideLayouts/slideLayout291.xml"/><Relationship Id="rId32" Type="http://schemas.openxmlformats.org/officeDocument/2006/relationships/slideLayout" Target="../slideLayouts/slideLayout299.xml"/><Relationship Id="rId5" Type="http://schemas.openxmlformats.org/officeDocument/2006/relationships/slideLayout" Target="../slideLayouts/slideLayout272.xml"/><Relationship Id="rId15" Type="http://schemas.openxmlformats.org/officeDocument/2006/relationships/slideLayout" Target="../slideLayouts/slideLayout282.xml"/><Relationship Id="rId23" Type="http://schemas.openxmlformats.org/officeDocument/2006/relationships/slideLayout" Target="../slideLayouts/slideLayout290.xml"/><Relationship Id="rId28" Type="http://schemas.openxmlformats.org/officeDocument/2006/relationships/slideLayout" Target="../slideLayouts/slideLayout295.xml"/><Relationship Id="rId10" Type="http://schemas.openxmlformats.org/officeDocument/2006/relationships/slideLayout" Target="../slideLayouts/slideLayout277.xml"/><Relationship Id="rId19" Type="http://schemas.openxmlformats.org/officeDocument/2006/relationships/slideLayout" Target="../slideLayouts/slideLayout286.xml"/><Relationship Id="rId31" Type="http://schemas.openxmlformats.org/officeDocument/2006/relationships/slideLayout" Target="../slideLayouts/slideLayout298.xml"/><Relationship Id="rId4" Type="http://schemas.openxmlformats.org/officeDocument/2006/relationships/slideLayout" Target="../slideLayouts/slideLayout271.xml"/><Relationship Id="rId9" Type="http://schemas.openxmlformats.org/officeDocument/2006/relationships/slideLayout" Target="../slideLayouts/slideLayout276.xml"/><Relationship Id="rId14" Type="http://schemas.openxmlformats.org/officeDocument/2006/relationships/slideLayout" Target="../slideLayouts/slideLayout281.xml"/><Relationship Id="rId22" Type="http://schemas.openxmlformats.org/officeDocument/2006/relationships/slideLayout" Target="../slideLayouts/slideLayout289.xml"/><Relationship Id="rId27" Type="http://schemas.openxmlformats.org/officeDocument/2006/relationships/slideLayout" Target="../slideLayouts/slideLayout294.xml"/><Relationship Id="rId30" Type="http://schemas.openxmlformats.org/officeDocument/2006/relationships/slideLayout" Target="../slideLayouts/slideLayout297.xml"/><Relationship Id="rId8" Type="http://schemas.openxmlformats.org/officeDocument/2006/relationships/slideLayout" Target="../slideLayouts/slideLayout2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Libre Franklin"/>
              <a:buNone/>
              <a:defRPr sz="3300" b="1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Libre Franklin"/>
              <a:buNone/>
              <a:defRPr sz="3300" b="1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8" name="Google Shape;688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1" r:id="rId31"/>
    <p:sldLayoutId id="2147483722" r:id="rId3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Libre Franklin"/>
              <a:buNone/>
              <a:defRPr sz="3300" b="1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24" name="Google Shape;1324;p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  <p:sldLayoutId id="2147483753" r:id="rId31"/>
    <p:sldLayoutId id="2147483754" r:id="rId3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1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Libre Franklin"/>
              <a:buNone/>
              <a:defRPr sz="3300" b="1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60" name="Google Shape;1960;p1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1" r:id="rId27"/>
    <p:sldLayoutId id="2147483782" r:id="rId28"/>
    <p:sldLayoutId id="2147483783" r:id="rId29"/>
    <p:sldLayoutId id="2147483784" r:id="rId30"/>
    <p:sldLayoutId id="2147483785" r:id="rId31"/>
    <p:sldLayoutId id="2147483786" r:id="rId3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p1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Libre Franklin"/>
              <a:buNone/>
              <a:defRPr sz="3300" b="1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96" name="Google Shape;2596;p1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  <p:sldLayoutId id="2147483804" r:id="rId18"/>
    <p:sldLayoutId id="2147483805" r:id="rId19"/>
    <p:sldLayoutId id="2147483806" r:id="rId20"/>
    <p:sldLayoutId id="2147483807" r:id="rId21"/>
    <p:sldLayoutId id="2147483808" r:id="rId22"/>
    <p:sldLayoutId id="2147483809" r:id="rId23"/>
    <p:sldLayoutId id="2147483810" r:id="rId24"/>
    <p:sldLayoutId id="2147483811" r:id="rId25"/>
    <p:sldLayoutId id="2147483812" r:id="rId26"/>
    <p:sldLayoutId id="2147483813" r:id="rId27"/>
    <p:sldLayoutId id="2147483814" r:id="rId28"/>
    <p:sldLayoutId id="2147483815" r:id="rId29"/>
    <p:sldLayoutId id="2147483816" r:id="rId30"/>
    <p:sldLayoutId id="2147483817" r:id="rId31"/>
    <p:sldLayoutId id="2147483818" r:id="rId3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p1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Libre Franklin"/>
              <a:buNone/>
              <a:defRPr sz="3300" b="1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32" name="Google Shape;3232;p17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  <p:sldLayoutId id="2147483836" r:id="rId18"/>
    <p:sldLayoutId id="2147483837" r:id="rId19"/>
    <p:sldLayoutId id="2147483838" r:id="rId20"/>
    <p:sldLayoutId id="2147483839" r:id="rId21"/>
    <p:sldLayoutId id="2147483840" r:id="rId22"/>
    <p:sldLayoutId id="2147483841" r:id="rId23"/>
    <p:sldLayoutId id="2147483842" r:id="rId24"/>
    <p:sldLayoutId id="2147483843" r:id="rId25"/>
    <p:sldLayoutId id="2147483844" r:id="rId26"/>
    <p:sldLayoutId id="2147483845" r:id="rId27"/>
    <p:sldLayoutId id="2147483846" r:id="rId28"/>
    <p:sldLayoutId id="2147483847" r:id="rId29"/>
    <p:sldLayoutId id="2147483848" r:id="rId30"/>
    <p:sldLayoutId id="2147483849" r:id="rId31"/>
    <p:sldLayoutId id="2147483850" r:id="rId3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2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Libre Franklin"/>
              <a:buNone/>
              <a:defRPr sz="3300" b="1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68" name="Google Shape;3868;p2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  <p:sldLayoutId id="2147483867" r:id="rId17"/>
    <p:sldLayoutId id="2147483868" r:id="rId18"/>
    <p:sldLayoutId id="2147483869" r:id="rId19"/>
    <p:sldLayoutId id="2147483870" r:id="rId20"/>
    <p:sldLayoutId id="2147483871" r:id="rId21"/>
    <p:sldLayoutId id="2147483872" r:id="rId22"/>
    <p:sldLayoutId id="2147483873" r:id="rId23"/>
    <p:sldLayoutId id="2147483874" r:id="rId24"/>
    <p:sldLayoutId id="2147483875" r:id="rId25"/>
    <p:sldLayoutId id="2147483876" r:id="rId26"/>
    <p:sldLayoutId id="2147483877" r:id="rId27"/>
    <p:sldLayoutId id="2147483878" r:id="rId28"/>
    <p:sldLayoutId id="2147483879" r:id="rId29"/>
    <p:sldLayoutId id="2147483880" r:id="rId30"/>
    <p:sldLayoutId id="2147483881" r:id="rId31"/>
    <p:sldLayoutId id="2147483882" r:id="rId3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4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3" name="Google Shape;4503;p2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Libre Franklin"/>
              <a:buNone/>
              <a:defRPr sz="3300" b="1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504" name="Google Shape;4504;p2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  <p:sldLayoutId id="2147483900" r:id="rId18"/>
    <p:sldLayoutId id="2147483901" r:id="rId19"/>
    <p:sldLayoutId id="2147483902" r:id="rId20"/>
    <p:sldLayoutId id="2147483903" r:id="rId21"/>
    <p:sldLayoutId id="2147483904" r:id="rId22"/>
    <p:sldLayoutId id="2147483905" r:id="rId23"/>
    <p:sldLayoutId id="2147483906" r:id="rId24"/>
    <p:sldLayoutId id="2147483907" r:id="rId25"/>
    <p:sldLayoutId id="2147483908" r:id="rId26"/>
    <p:sldLayoutId id="2147483909" r:id="rId27"/>
    <p:sldLayoutId id="2147483910" r:id="rId28"/>
    <p:sldLayoutId id="2147483911" r:id="rId29"/>
    <p:sldLayoutId id="2147483912" r:id="rId30"/>
    <p:sldLayoutId id="2147483913" r:id="rId31"/>
    <p:sldLayoutId id="2147483914" r:id="rId3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" name="Google Shape;5139;p2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300"/>
              <a:buFont typeface="Libre Franklin"/>
              <a:buNone/>
              <a:defRPr sz="3300" b="1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Bebas Neue"/>
              <a:buNone/>
              <a:defRPr sz="34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140" name="Google Shape;5140;p27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●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sap"/>
              <a:buChar char="○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Asap"/>
              <a:buChar char="■"/>
              <a:defRPr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  <p:sldLayoutId id="2147483931" r:id="rId17"/>
    <p:sldLayoutId id="2147483932" r:id="rId18"/>
    <p:sldLayoutId id="2147483933" r:id="rId19"/>
    <p:sldLayoutId id="2147483934" r:id="rId20"/>
    <p:sldLayoutId id="2147483935" r:id="rId21"/>
    <p:sldLayoutId id="2147483936" r:id="rId22"/>
    <p:sldLayoutId id="2147483937" r:id="rId23"/>
    <p:sldLayoutId id="2147483938" r:id="rId24"/>
    <p:sldLayoutId id="2147483939" r:id="rId25"/>
    <p:sldLayoutId id="2147483940" r:id="rId26"/>
    <p:sldLayoutId id="2147483941" r:id="rId27"/>
    <p:sldLayoutId id="2147483942" r:id="rId28"/>
    <p:sldLayoutId id="2147483943" r:id="rId29"/>
    <p:sldLayoutId id="2147483944" r:id="rId30"/>
    <p:sldLayoutId id="2147483945" r:id="rId31"/>
    <p:sldLayoutId id="2147483946" r:id="rId3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7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7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27.xml"/><Relationship Id="rId7" Type="http://schemas.openxmlformats.org/officeDocument/2006/relationships/image" Target="../media/image11.png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3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8" name="Google Shape;5778;p310"/>
          <p:cNvSpPr txBox="1">
            <a:spLocks noGrp="1"/>
          </p:cNvSpPr>
          <p:nvPr>
            <p:ph type="ctrTitle"/>
          </p:nvPr>
        </p:nvSpPr>
        <p:spPr>
          <a:xfrm>
            <a:off x="3447100" y="1391250"/>
            <a:ext cx="44331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Cleveland Cavaliers Hackathon</a:t>
            </a:r>
            <a:endParaRPr sz="3200">
              <a:solidFill>
                <a:schemeClr val="accent2"/>
              </a:solidFill>
            </a:endParaRPr>
          </a:p>
        </p:txBody>
      </p:sp>
      <p:sp>
        <p:nvSpPr>
          <p:cNvPr id="5779" name="Google Shape;5779;p310"/>
          <p:cNvSpPr txBox="1">
            <a:spLocks noGrp="1"/>
          </p:cNvSpPr>
          <p:nvPr>
            <p:ph type="subTitle" idx="1"/>
          </p:nvPr>
        </p:nvSpPr>
        <p:spPr>
          <a:xfrm>
            <a:off x="3447100" y="3799950"/>
            <a:ext cx="44331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Adam Gehr, Luke Snavely, Nathan Vokes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Robert Morris University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Audio Recording Oct 27, 2024 at 3:37:55 PM">
            <a:hlinkClick r:id="" action="ppaction://media"/>
            <a:extLst>
              <a:ext uri="{FF2B5EF4-FFF2-40B4-BE49-F238E27FC236}">
                <a16:creationId xmlns:a16="http://schemas.microsoft.com/office/drawing/2014/main" id="{BDCB5772-CC5D-FA22-4167-F26305B386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51000" y="57845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spd="med" advTm="14192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7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3" objId="2"/>
        <p14:stopEvt time="13409" objId="2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4" name="Google Shape;5784;p311"/>
          <p:cNvSpPr txBox="1">
            <a:spLocks noGrp="1"/>
          </p:cNvSpPr>
          <p:nvPr>
            <p:ph type="subTitle" idx="9"/>
          </p:nvPr>
        </p:nvSpPr>
        <p:spPr>
          <a:xfrm>
            <a:off x="1644693" y="1373650"/>
            <a:ext cx="21171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</a:t>
            </a:r>
            <a:endParaRPr/>
          </a:p>
        </p:txBody>
      </p:sp>
      <p:sp>
        <p:nvSpPr>
          <p:cNvPr id="5785" name="Google Shape;5785;p311"/>
          <p:cNvSpPr txBox="1">
            <a:spLocks noGrp="1"/>
          </p:cNvSpPr>
          <p:nvPr>
            <p:ph type="title"/>
          </p:nvPr>
        </p:nvSpPr>
        <p:spPr>
          <a:xfrm>
            <a:off x="715100" y="1373649"/>
            <a:ext cx="8583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786" name="Google Shape;5786;p311"/>
          <p:cNvSpPr txBox="1">
            <a:spLocks noGrp="1"/>
          </p:cNvSpPr>
          <p:nvPr>
            <p:ph type="subTitle" idx="1"/>
          </p:nvPr>
        </p:nvSpPr>
        <p:spPr>
          <a:xfrm>
            <a:off x="1649593" y="2084611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Determine what variables are important for analysis</a:t>
            </a:r>
            <a:endParaRPr/>
          </a:p>
        </p:txBody>
      </p:sp>
      <p:sp>
        <p:nvSpPr>
          <p:cNvPr id="5787" name="Google Shape;5787;p311"/>
          <p:cNvSpPr txBox="1">
            <a:spLocks noGrp="1"/>
          </p:cNvSpPr>
          <p:nvPr>
            <p:ph type="title" idx="2"/>
          </p:nvPr>
        </p:nvSpPr>
        <p:spPr>
          <a:xfrm>
            <a:off x="4064600" y="1373650"/>
            <a:ext cx="8583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788" name="Google Shape;5788;p311"/>
          <p:cNvSpPr txBox="1">
            <a:spLocks noGrp="1"/>
          </p:cNvSpPr>
          <p:nvPr>
            <p:ph type="subTitle" idx="3"/>
          </p:nvPr>
        </p:nvSpPr>
        <p:spPr>
          <a:xfrm>
            <a:off x="4999093" y="2084611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classification method to segment fans</a:t>
            </a:r>
            <a:endParaRPr/>
          </a:p>
        </p:txBody>
      </p:sp>
      <p:sp>
        <p:nvSpPr>
          <p:cNvPr id="5789" name="Google Shape;5789;p311"/>
          <p:cNvSpPr txBox="1">
            <a:spLocks noGrp="1"/>
          </p:cNvSpPr>
          <p:nvPr>
            <p:ph type="title" idx="4"/>
          </p:nvPr>
        </p:nvSpPr>
        <p:spPr>
          <a:xfrm>
            <a:off x="715100" y="3163049"/>
            <a:ext cx="8583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790" name="Google Shape;5790;p311"/>
          <p:cNvSpPr txBox="1">
            <a:spLocks noGrp="1"/>
          </p:cNvSpPr>
          <p:nvPr>
            <p:ph type="subTitle" idx="5"/>
          </p:nvPr>
        </p:nvSpPr>
        <p:spPr>
          <a:xfrm>
            <a:off x="1649593" y="389532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 what differentiates the groups of fans</a:t>
            </a:r>
            <a:endParaRPr/>
          </a:p>
        </p:txBody>
      </p:sp>
      <p:sp>
        <p:nvSpPr>
          <p:cNvPr id="5791" name="Google Shape;5791;p311"/>
          <p:cNvSpPr txBox="1">
            <a:spLocks noGrp="1"/>
          </p:cNvSpPr>
          <p:nvPr>
            <p:ph type="title" idx="6"/>
          </p:nvPr>
        </p:nvSpPr>
        <p:spPr>
          <a:xfrm>
            <a:off x="4064600" y="3163049"/>
            <a:ext cx="8583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792" name="Google Shape;5792;p311"/>
          <p:cNvSpPr txBox="1">
            <a:spLocks noGrp="1"/>
          </p:cNvSpPr>
          <p:nvPr>
            <p:ph type="subTitle" idx="7"/>
          </p:nvPr>
        </p:nvSpPr>
        <p:spPr>
          <a:xfrm>
            <a:off x="4999093" y="389532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groups to provide meaningful insights</a:t>
            </a:r>
            <a:endParaRPr/>
          </a:p>
        </p:txBody>
      </p:sp>
      <p:sp>
        <p:nvSpPr>
          <p:cNvPr id="5793" name="Google Shape;5793;p311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Approach</a:t>
            </a:r>
            <a:endParaRPr/>
          </a:p>
        </p:txBody>
      </p:sp>
      <p:sp>
        <p:nvSpPr>
          <p:cNvPr id="5794" name="Google Shape;5794;p311"/>
          <p:cNvSpPr txBox="1">
            <a:spLocks noGrp="1"/>
          </p:cNvSpPr>
          <p:nvPr>
            <p:ph type="subTitle" idx="13"/>
          </p:nvPr>
        </p:nvSpPr>
        <p:spPr>
          <a:xfrm>
            <a:off x="4999093" y="1373650"/>
            <a:ext cx="21171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Method</a:t>
            </a:r>
            <a:endParaRPr/>
          </a:p>
        </p:txBody>
      </p:sp>
      <p:sp>
        <p:nvSpPr>
          <p:cNvPr id="5795" name="Google Shape;5795;p311"/>
          <p:cNvSpPr txBox="1">
            <a:spLocks noGrp="1"/>
          </p:cNvSpPr>
          <p:nvPr>
            <p:ph type="subTitle" idx="14"/>
          </p:nvPr>
        </p:nvSpPr>
        <p:spPr>
          <a:xfrm>
            <a:off x="1644693" y="3179825"/>
            <a:ext cx="21171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Results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5796" name="Google Shape;5796;p311"/>
          <p:cNvSpPr txBox="1">
            <a:spLocks noGrp="1"/>
          </p:cNvSpPr>
          <p:nvPr>
            <p:ph type="subTitle" idx="15"/>
          </p:nvPr>
        </p:nvSpPr>
        <p:spPr>
          <a:xfrm>
            <a:off x="4999101" y="3179825"/>
            <a:ext cx="23877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Next Steps</a:t>
            </a:r>
            <a:endParaRPr/>
          </a:p>
        </p:txBody>
      </p:sp>
      <p:pic>
        <p:nvPicPr>
          <p:cNvPr id="2" name="Audio Recording Oct 27, 2024 at 3:40:42 PM">
            <a:hlinkClick r:id="" action="ppaction://media"/>
            <a:extLst>
              <a:ext uri="{FF2B5EF4-FFF2-40B4-BE49-F238E27FC236}">
                <a16:creationId xmlns:a16="http://schemas.microsoft.com/office/drawing/2014/main" id="{2736497D-7918-965A-584A-4012200487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6493" y="4139649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spd="med" advTm="2794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79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5" objId="2"/>
        <p14:stopEvt time="25817" objId="2"/>
      </p14:showEvt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1" name="Google Shape;5801;p312"/>
          <p:cNvSpPr txBox="1">
            <a:spLocks noGrp="1"/>
          </p:cNvSpPr>
          <p:nvPr>
            <p:ph type="title" idx="2"/>
          </p:nvPr>
        </p:nvSpPr>
        <p:spPr>
          <a:xfrm>
            <a:off x="2074150" y="1389063"/>
            <a:ext cx="1640700" cy="136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802" name="Google Shape;5802;p312"/>
          <p:cNvSpPr txBox="1">
            <a:spLocks noGrp="1"/>
          </p:cNvSpPr>
          <p:nvPr>
            <p:ph type="title"/>
          </p:nvPr>
        </p:nvSpPr>
        <p:spPr>
          <a:xfrm>
            <a:off x="2074225" y="2922963"/>
            <a:ext cx="4995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</a:t>
            </a:r>
            <a:endParaRPr/>
          </a:p>
        </p:txBody>
      </p:sp>
      <p:pic>
        <p:nvPicPr>
          <p:cNvPr id="2" name="Audio Recording Oct 27, 2024 at 3:42:28 PM">
            <a:hlinkClick r:id="" action="ppaction://media"/>
            <a:extLst>
              <a:ext uri="{FF2B5EF4-FFF2-40B4-BE49-F238E27FC236}">
                <a16:creationId xmlns:a16="http://schemas.microsoft.com/office/drawing/2014/main" id="{742F36C0-EAC5-07DC-B1AD-C7EF6F73AC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7583" y="3894207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spd="med" advTm="19895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08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4" objId="2"/>
        <p14:stopEvt time="17110" objId="2"/>
      </p14:showEvt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7" name="Google Shape;5807;p313"/>
          <p:cNvSpPr txBox="1">
            <a:spLocks noGrp="1"/>
          </p:cNvSpPr>
          <p:nvPr>
            <p:ph type="title"/>
          </p:nvPr>
        </p:nvSpPr>
        <p:spPr>
          <a:xfrm>
            <a:off x="1924050" y="445025"/>
            <a:ext cx="6500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Variables</a:t>
            </a:r>
            <a:endParaRPr/>
          </a:p>
        </p:txBody>
      </p:sp>
      <p:sp>
        <p:nvSpPr>
          <p:cNvPr id="5808" name="Google Shape;5808;p313"/>
          <p:cNvSpPr txBox="1"/>
          <p:nvPr/>
        </p:nvSpPr>
        <p:spPr>
          <a:xfrm>
            <a:off x="1924050" y="2586588"/>
            <a:ext cx="2015700" cy="4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Customer ID</a:t>
            </a:r>
            <a:endParaRPr sz="2300" b="1">
              <a:solidFill>
                <a:schemeClr val="accent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809" name="Google Shape;5809;p313"/>
          <p:cNvSpPr txBox="1"/>
          <p:nvPr/>
        </p:nvSpPr>
        <p:spPr>
          <a:xfrm>
            <a:off x="1924050" y="3063288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Unique identifier for each fan</a:t>
            </a:r>
            <a:endParaRPr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5810" name="Google Shape;5810;p313"/>
          <p:cNvSpPr txBox="1"/>
          <p:nvPr/>
        </p:nvSpPr>
        <p:spPr>
          <a:xfrm>
            <a:off x="4014813" y="2586600"/>
            <a:ext cx="2195100" cy="4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Total Amount</a:t>
            </a:r>
            <a:endParaRPr sz="2300" b="1">
              <a:solidFill>
                <a:schemeClr val="accent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811" name="Google Shape;5811;p313"/>
          <p:cNvSpPr txBox="1"/>
          <p:nvPr/>
        </p:nvSpPr>
        <p:spPr>
          <a:xfrm>
            <a:off x="4108550" y="3063288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Amount spent in a single transaction</a:t>
            </a:r>
            <a:endParaRPr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5812" name="Google Shape;5812;p313"/>
          <p:cNvSpPr txBox="1"/>
          <p:nvPr/>
        </p:nvSpPr>
        <p:spPr>
          <a:xfrm>
            <a:off x="6170200" y="2586600"/>
            <a:ext cx="2254200" cy="4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Transaction ID</a:t>
            </a:r>
            <a:endParaRPr sz="2300" b="1">
              <a:solidFill>
                <a:schemeClr val="accent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813" name="Google Shape;5813;p313"/>
          <p:cNvSpPr txBox="1"/>
          <p:nvPr/>
        </p:nvSpPr>
        <p:spPr>
          <a:xfrm>
            <a:off x="6293050" y="3063288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Unique identifier for each transaction</a:t>
            </a:r>
            <a:endParaRPr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</p:txBody>
      </p:sp>
      <p:cxnSp>
        <p:nvCxnSpPr>
          <p:cNvPr id="5814" name="Google Shape;5814;p313"/>
          <p:cNvCxnSpPr/>
          <p:nvPr/>
        </p:nvCxnSpPr>
        <p:spPr>
          <a:xfrm>
            <a:off x="2065350" y="2159650"/>
            <a:ext cx="7078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15" name="Google Shape;5815;p313"/>
          <p:cNvSpPr/>
          <p:nvPr/>
        </p:nvSpPr>
        <p:spPr>
          <a:xfrm>
            <a:off x="2827650" y="2055388"/>
            <a:ext cx="208500" cy="208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6" name="Google Shape;5816;p313"/>
          <p:cNvSpPr/>
          <p:nvPr/>
        </p:nvSpPr>
        <p:spPr>
          <a:xfrm>
            <a:off x="5012150" y="2055388"/>
            <a:ext cx="208500" cy="20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7" name="Google Shape;5817;p313"/>
          <p:cNvSpPr/>
          <p:nvPr/>
        </p:nvSpPr>
        <p:spPr>
          <a:xfrm>
            <a:off x="7196650" y="2055388"/>
            <a:ext cx="208500" cy="20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18" name="Google Shape;5818;p313"/>
          <p:cNvCxnSpPr>
            <a:stCxn id="5815" idx="2"/>
            <a:endCxn id="5808" idx="0"/>
          </p:cNvCxnSpPr>
          <p:nvPr/>
        </p:nvCxnSpPr>
        <p:spPr>
          <a:xfrm>
            <a:off x="2931900" y="2263888"/>
            <a:ext cx="0" cy="322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19" name="Google Shape;5819;p313"/>
          <p:cNvCxnSpPr>
            <a:stCxn id="5816" idx="2"/>
            <a:endCxn id="5810" idx="0"/>
          </p:cNvCxnSpPr>
          <p:nvPr/>
        </p:nvCxnSpPr>
        <p:spPr>
          <a:xfrm flipH="1">
            <a:off x="5112500" y="2263888"/>
            <a:ext cx="3900" cy="322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20" name="Google Shape;5820;p313"/>
          <p:cNvCxnSpPr>
            <a:stCxn id="5817" idx="2"/>
            <a:endCxn id="5812" idx="0"/>
          </p:cNvCxnSpPr>
          <p:nvPr/>
        </p:nvCxnSpPr>
        <p:spPr>
          <a:xfrm flipH="1">
            <a:off x="7297300" y="2263888"/>
            <a:ext cx="3600" cy="322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21" name="Google Shape;5821;p313"/>
          <p:cNvSpPr/>
          <p:nvPr/>
        </p:nvSpPr>
        <p:spPr>
          <a:xfrm>
            <a:off x="8057775" y="4760350"/>
            <a:ext cx="243900" cy="232200"/>
          </a:xfrm>
          <a:prstGeom prst="rect">
            <a:avLst/>
          </a:pr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" name="Audio Recording Oct 27, 2024 at 3:49:03 PM">
            <a:hlinkClick r:id="" action="ppaction://media"/>
            <a:extLst>
              <a:ext uri="{FF2B5EF4-FFF2-40B4-BE49-F238E27FC236}">
                <a16:creationId xmlns:a16="http://schemas.microsoft.com/office/drawing/2014/main" id="{BAB58B01-5194-EE99-BAF3-6E5DC1329E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80409" y="3897264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spd="med" advTm="50077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89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4" objId="2"/>
        <p14:stopEvt time="48920" objId="2"/>
      </p14:showEvt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" name="Google Shape;5826;p314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6504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Variables Considered</a:t>
            </a:r>
            <a:endParaRPr/>
          </a:p>
        </p:txBody>
      </p:sp>
      <p:sp>
        <p:nvSpPr>
          <p:cNvPr id="5827" name="Google Shape;5827;p314"/>
          <p:cNvSpPr txBox="1"/>
          <p:nvPr/>
        </p:nvSpPr>
        <p:spPr>
          <a:xfrm>
            <a:off x="1106950" y="2565850"/>
            <a:ext cx="2658000" cy="4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Payment Method</a:t>
            </a:r>
            <a:endParaRPr sz="2300" b="1">
              <a:solidFill>
                <a:schemeClr val="accent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828" name="Google Shape;5828;p314"/>
          <p:cNvSpPr txBox="1"/>
          <p:nvPr/>
        </p:nvSpPr>
        <p:spPr>
          <a:xfrm>
            <a:off x="1433300" y="3042538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Categorical identifier of payment type</a:t>
            </a:r>
            <a:endParaRPr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5829" name="Google Shape;5829;p314"/>
          <p:cNvSpPr txBox="1"/>
          <p:nvPr/>
        </p:nvSpPr>
        <p:spPr>
          <a:xfrm>
            <a:off x="4111750" y="2545088"/>
            <a:ext cx="2015700" cy="4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Location</a:t>
            </a:r>
            <a:endParaRPr sz="2300" b="1">
              <a:solidFill>
                <a:schemeClr val="accent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830" name="Google Shape;5830;p314"/>
          <p:cNvSpPr txBox="1"/>
          <p:nvPr/>
        </p:nvSpPr>
        <p:spPr>
          <a:xfrm>
            <a:off x="4111750" y="3021788"/>
            <a:ext cx="201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Where the transaction took place</a:t>
            </a:r>
            <a:endParaRPr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</p:txBody>
      </p:sp>
      <p:cxnSp>
        <p:nvCxnSpPr>
          <p:cNvPr id="5831" name="Google Shape;5831;p314"/>
          <p:cNvCxnSpPr/>
          <p:nvPr/>
        </p:nvCxnSpPr>
        <p:spPr>
          <a:xfrm>
            <a:off x="0" y="2159650"/>
            <a:ext cx="7228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32" name="Google Shape;5832;p314"/>
          <p:cNvSpPr/>
          <p:nvPr/>
        </p:nvSpPr>
        <p:spPr>
          <a:xfrm>
            <a:off x="2336900" y="2034638"/>
            <a:ext cx="208500" cy="208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3" name="Google Shape;5833;p314"/>
          <p:cNvSpPr/>
          <p:nvPr/>
        </p:nvSpPr>
        <p:spPr>
          <a:xfrm>
            <a:off x="5015350" y="2013888"/>
            <a:ext cx="208500" cy="208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34" name="Google Shape;5834;p314"/>
          <p:cNvCxnSpPr>
            <a:stCxn id="5832" idx="2"/>
            <a:endCxn id="5827" idx="0"/>
          </p:cNvCxnSpPr>
          <p:nvPr/>
        </p:nvCxnSpPr>
        <p:spPr>
          <a:xfrm flipH="1">
            <a:off x="2436050" y="2243138"/>
            <a:ext cx="5100" cy="322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35" name="Google Shape;5835;p314"/>
          <p:cNvCxnSpPr>
            <a:stCxn id="5833" idx="2"/>
            <a:endCxn id="5829" idx="0"/>
          </p:cNvCxnSpPr>
          <p:nvPr/>
        </p:nvCxnSpPr>
        <p:spPr>
          <a:xfrm>
            <a:off x="5119600" y="2222388"/>
            <a:ext cx="0" cy="322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36" name="Google Shape;5836;p314"/>
          <p:cNvSpPr/>
          <p:nvPr/>
        </p:nvSpPr>
        <p:spPr>
          <a:xfrm>
            <a:off x="6984900" y="4748750"/>
            <a:ext cx="243900" cy="232200"/>
          </a:xfrm>
          <a:prstGeom prst="rect">
            <a:avLst/>
          </a:pr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" name="Audio Recording Oct 27, 2024 at 4:21:18 PM">
            <a:hlinkClick r:id="" action="ppaction://media"/>
            <a:extLst>
              <a:ext uri="{FF2B5EF4-FFF2-40B4-BE49-F238E27FC236}">
                <a16:creationId xmlns:a16="http://schemas.microsoft.com/office/drawing/2014/main" id="{C665EDA8-EC52-6E7C-1650-8B2C5A2688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973623" y="393595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spd="med" advTm="31416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6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3" objId="2"/>
        <p14:stopEvt time="30675" objId="2"/>
      </p14:showEvt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1" name="Google Shape;5841;p315"/>
          <p:cNvSpPr txBox="1">
            <a:spLocks noGrp="1"/>
          </p:cNvSpPr>
          <p:nvPr>
            <p:ph type="title" idx="2"/>
          </p:nvPr>
        </p:nvSpPr>
        <p:spPr>
          <a:xfrm>
            <a:off x="2074150" y="1389075"/>
            <a:ext cx="1806000" cy="136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842" name="Google Shape;5842;p315"/>
          <p:cNvSpPr txBox="1">
            <a:spLocks noGrp="1"/>
          </p:cNvSpPr>
          <p:nvPr>
            <p:ph type="title"/>
          </p:nvPr>
        </p:nvSpPr>
        <p:spPr>
          <a:xfrm>
            <a:off x="2074225" y="2922963"/>
            <a:ext cx="4995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Method</a:t>
            </a:r>
            <a:endParaRPr/>
          </a:p>
        </p:txBody>
      </p:sp>
      <p:pic>
        <p:nvPicPr>
          <p:cNvPr id="2" name="Slide 6">
            <a:hlinkClick r:id="" action="ppaction://media"/>
            <a:extLst>
              <a:ext uri="{FF2B5EF4-FFF2-40B4-BE49-F238E27FC236}">
                <a16:creationId xmlns:a16="http://schemas.microsoft.com/office/drawing/2014/main" id="{06922AEB-DA7F-2422-1FED-EAF33538A9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28" y="1145393"/>
            <a:ext cx="487363" cy="487363"/>
          </a:xfrm>
          <a:prstGeom prst="rect">
            <a:avLst/>
          </a:prstGeom>
        </p:spPr>
      </p:pic>
    </p:spTree>
  </p:cSld>
  <p:clrMapOvr>
    <a:masterClrMapping/>
  </p:clrMapOvr>
  <p:transition spd="med" advTm="1341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3" objId="2"/>
        <p14:stopEvt time="12453" objId="2"/>
      </p14:showEvt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" name="Google Shape;5847;p316"/>
          <p:cNvSpPr txBox="1">
            <a:spLocks noGrp="1"/>
          </p:cNvSpPr>
          <p:nvPr>
            <p:ph type="title"/>
          </p:nvPr>
        </p:nvSpPr>
        <p:spPr>
          <a:xfrm>
            <a:off x="288500" y="1610500"/>
            <a:ext cx="359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Clustering</a:t>
            </a:r>
            <a:endParaRPr/>
          </a:p>
        </p:txBody>
      </p:sp>
      <p:sp>
        <p:nvSpPr>
          <p:cNvPr id="5848" name="Google Shape;5848;p316"/>
          <p:cNvSpPr txBox="1">
            <a:spLocks noGrp="1"/>
          </p:cNvSpPr>
          <p:nvPr>
            <p:ph type="body" idx="1"/>
          </p:nvPr>
        </p:nvSpPr>
        <p:spPr>
          <a:xfrm>
            <a:off x="-16300" y="2272450"/>
            <a:ext cx="4389300" cy="219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</a:pPr>
            <a:r>
              <a:rPr lang="en"/>
              <a:t>Agglomerative (bottom-up approach)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Variables used: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 Food/Beverage Spending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 Retail Spending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Number of clusters = 3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Why?</a:t>
            </a:r>
            <a:endParaRPr/>
          </a:p>
        </p:txBody>
      </p:sp>
      <p:pic>
        <p:nvPicPr>
          <p:cNvPr id="5849" name="Google Shape;5849;p3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2800" y="1610501"/>
            <a:ext cx="5009183" cy="3091374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850" name="Google Shape;5850;p316"/>
          <p:cNvSpPr/>
          <p:nvPr/>
        </p:nvSpPr>
        <p:spPr>
          <a:xfrm>
            <a:off x="7953300" y="4760350"/>
            <a:ext cx="243900" cy="232200"/>
          </a:xfrm>
          <a:prstGeom prst="rect">
            <a:avLst/>
          </a:pr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" name="Slide 7">
            <a:hlinkClick r:id="" action="ppaction://media"/>
            <a:extLst>
              <a:ext uri="{FF2B5EF4-FFF2-40B4-BE49-F238E27FC236}">
                <a16:creationId xmlns:a16="http://schemas.microsoft.com/office/drawing/2014/main" id="{C58DB28E-48D9-B626-2E54-3B9A8DFE0E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3476" y="297753"/>
            <a:ext cx="487363" cy="487363"/>
          </a:xfrm>
          <a:prstGeom prst="rect">
            <a:avLst/>
          </a:prstGeom>
        </p:spPr>
      </p:pic>
    </p:spTree>
  </p:cSld>
  <p:clrMapOvr>
    <a:masterClrMapping/>
  </p:clrMapOvr>
  <p:transition spd="med" advTm="91689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47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5" objId="2"/>
        <p14:stopEvt time="91531" objId="2"/>
      </p14:showEvt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5" name="Google Shape;5855;p3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5525" y="855350"/>
            <a:ext cx="6231750" cy="38459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856" name="Google Shape;5856;p317"/>
          <p:cNvSpPr txBox="1">
            <a:spLocks noGrp="1"/>
          </p:cNvSpPr>
          <p:nvPr>
            <p:ph type="title"/>
          </p:nvPr>
        </p:nvSpPr>
        <p:spPr>
          <a:xfrm>
            <a:off x="2429300" y="137650"/>
            <a:ext cx="5944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Visualization of Clustering Process with Cutoff at k = 3 Clusters</a:t>
            </a:r>
            <a:endParaRPr sz="2400"/>
          </a:p>
        </p:txBody>
      </p:sp>
      <p:sp>
        <p:nvSpPr>
          <p:cNvPr id="5857" name="Google Shape;5857;p317"/>
          <p:cNvSpPr/>
          <p:nvPr/>
        </p:nvSpPr>
        <p:spPr>
          <a:xfrm>
            <a:off x="8057775" y="4760350"/>
            <a:ext cx="243900" cy="232200"/>
          </a:xfrm>
          <a:prstGeom prst="rect">
            <a:avLst/>
          </a:pr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" name="Slide 8">
            <a:hlinkClick r:id="" action="ppaction://media"/>
            <a:extLst>
              <a:ext uri="{FF2B5EF4-FFF2-40B4-BE49-F238E27FC236}">
                <a16:creationId xmlns:a16="http://schemas.microsoft.com/office/drawing/2014/main" id="{EABCE0C5-3655-3A91-20E0-B611AAFCE2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26818" y="611668"/>
            <a:ext cx="487363" cy="487363"/>
          </a:xfrm>
          <a:prstGeom prst="rect">
            <a:avLst/>
          </a:prstGeom>
        </p:spPr>
      </p:pic>
    </p:spTree>
  </p:cSld>
  <p:clrMapOvr>
    <a:masterClrMapping/>
  </p:clrMapOvr>
  <p:transition spd="med" advTm="32118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82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3" objId="2"/>
        <p14:stopEvt time="31845" objId="2"/>
      </p14:showEvt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2" name="Google Shape;5862;p318"/>
          <p:cNvSpPr txBox="1">
            <a:spLocks noGrp="1"/>
          </p:cNvSpPr>
          <p:nvPr>
            <p:ph type="title" idx="2"/>
          </p:nvPr>
        </p:nvSpPr>
        <p:spPr>
          <a:xfrm>
            <a:off x="2074150" y="1389075"/>
            <a:ext cx="1806000" cy="136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03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863" name="Google Shape;5863;p318"/>
          <p:cNvSpPr txBox="1">
            <a:spLocks noGrp="1"/>
          </p:cNvSpPr>
          <p:nvPr>
            <p:ph type="title"/>
          </p:nvPr>
        </p:nvSpPr>
        <p:spPr>
          <a:xfrm>
            <a:off x="2074225" y="2922963"/>
            <a:ext cx="4995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Results</a:t>
            </a:r>
            <a:endParaRPr/>
          </a:p>
        </p:txBody>
      </p:sp>
      <p:pic>
        <p:nvPicPr>
          <p:cNvPr id="2" name="Slide 9">
            <a:hlinkClick r:id="" action="ppaction://media"/>
            <a:extLst>
              <a:ext uri="{FF2B5EF4-FFF2-40B4-BE49-F238E27FC236}">
                <a16:creationId xmlns:a16="http://schemas.microsoft.com/office/drawing/2014/main" id="{E3FB48A8-CAD9-00D4-E4F8-EF7EF38778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759" y="1145393"/>
            <a:ext cx="487363" cy="487363"/>
          </a:xfrm>
          <a:prstGeom prst="rect">
            <a:avLst/>
          </a:prstGeom>
        </p:spPr>
      </p:pic>
    </p:spTree>
  </p:cSld>
  <p:clrMapOvr>
    <a:masterClrMapping/>
  </p:clrMapOvr>
  <p:transition spd="med" advTm="12448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7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5" objId="2"/>
        <p14:stopEvt time="12448" objId="2"/>
      </p14:showEvt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8" name="Google Shape;5868;p319"/>
          <p:cNvSpPr txBox="1">
            <a:spLocks noGrp="1"/>
          </p:cNvSpPr>
          <p:nvPr>
            <p:ph type="title"/>
          </p:nvPr>
        </p:nvSpPr>
        <p:spPr>
          <a:xfrm>
            <a:off x="1711850" y="67975"/>
            <a:ext cx="7379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Scatter Plot Visualization of Cluster Breakdown</a:t>
            </a:r>
            <a:endParaRPr sz="2400"/>
          </a:p>
        </p:txBody>
      </p:sp>
      <p:pic>
        <p:nvPicPr>
          <p:cNvPr id="5869" name="Google Shape;5869;p3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2000" y="640675"/>
            <a:ext cx="6938800" cy="4282226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" name="Slide 10">
            <a:hlinkClick r:id="" action="ppaction://media"/>
            <a:extLst>
              <a:ext uri="{FF2B5EF4-FFF2-40B4-BE49-F238E27FC236}">
                <a16:creationId xmlns:a16="http://schemas.microsoft.com/office/drawing/2014/main" id="{10EA2746-4D4F-9371-023E-46EC99CA61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50978" y="640675"/>
            <a:ext cx="487363" cy="487363"/>
          </a:xfrm>
          <a:prstGeom prst="rect">
            <a:avLst/>
          </a:prstGeom>
        </p:spPr>
      </p:pic>
    </p:spTree>
  </p:cSld>
  <p:clrMapOvr>
    <a:masterClrMapping/>
  </p:clrMapOvr>
  <p:transition spd="med" advTm="89887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68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3" objId="2"/>
        <p14:stopEvt time="89733" objId="2"/>
      </p14:showEvt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4" name="Google Shape;5874;p320"/>
          <p:cNvSpPr txBox="1">
            <a:spLocks noGrp="1"/>
          </p:cNvSpPr>
          <p:nvPr>
            <p:ph type="title" idx="2"/>
          </p:nvPr>
        </p:nvSpPr>
        <p:spPr>
          <a:xfrm>
            <a:off x="2074150" y="1389075"/>
            <a:ext cx="1920900" cy="136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04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5875" name="Google Shape;5875;p320"/>
          <p:cNvSpPr txBox="1">
            <a:spLocks noGrp="1"/>
          </p:cNvSpPr>
          <p:nvPr>
            <p:ph type="title"/>
          </p:nvPr>
        </p:nvSpPr>
        <p:spPr>
          <a:xfrm>
            <a:off x="2074225" y="2922963"/>
            <a:ext cx="4995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Next Steps</a:t>
            </a:r>
            <a:endParaRPr/>
          </a:p>
        </p:txBody>
      </p:sp>
      <p:pic>
        <p:nvPicPr>
          <p:cNvPr id="11" name="Audio 10">
            <a:extLst>
              <a:ext uri="{FF2B5EF4-FFF2-40B4-BE49-F238E27FC236}">
                <a16:creationId xmlns:a16="http://schemas.microsoft.com/office/drawing/2014/main" id="{2FAEAC0E-CFF7-E42B-1240-E339629FED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9483" y="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spd="med" advTm="8933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0" name="Google Shape;5880;p321"/>
          <p:cNvSpPr/>
          <p:nvPr/>
        </p:nvSpPr>
        <p:spPr>
          <a:xfrm>
            <a:off x="4473783" y="1694922"/>
            <a:ext cx="1120200" cy="1155600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1" name="Google Shape;5881;p321"/>
          <p:cNvSpPr txBox="1">
            <a:spLocks noGrp="1"/>
          </p:cNvSpPr>
          <p:nvPr>
            <p:ph type="title"/>
          </p:nvPr>
        </p:nvSpPr>
        <p:spPr>
          <a:xfrm>
            <a:off x="1181875" y="4565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We Go From Here?</a:t>
            </a:r>
            <a:endParaRPr/>
          </a:p>
        </p:txBody>
      </p:sp>
      <p:sp>
        <p:nvSpPr>
          <p:cNvPr id="5882" name="Google Shape;5882;p321"/>
          <p:cNvSpPr txBox="1">
            <a:spLocks noGrp="1"/>
          </p:cNvSpPr>
          <p:nvPr>
            <p:ph type="subTitle" idx="1"/>
          </p:nvPr>
        </p:nvSpPr>
        <p:spPr>
          <a:xfrm>
            <a:off x="2286700" y="2850528"/>
            <a:ext cx="5494200" cy="80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Investigate Cluster 1</a:t>
            </a:r>
            <a:endParaRPr sz="2800"/>
          </a:p>
        </p:txBody>
      </p:sp>
      <p:sp>
        <p:nvSpPr>
          <p:cNvPr id="5883" name="Google Shape;5883;p321"/>
          <p:cNvSpPr txBox="1">
            <a:spLocks noGrp="1"/>
          </p:cNvSpPr>
          <p:nvPr>
            <p:ph type="subTitle" idx="3"/>
          </p:nvPr>
        </p:nvSpPr>
        <p:spPr>
          <a:xfrm>
            <a:off x="2823163" y="3364036"/>
            <a:ext cx="4421400" cy="12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How can we further break down the fans with food/beverage &amp; retail purchases?</a:t>
            </a:r>
            <a:endParaRPr sz="1800"/>
          </a:p>
        </p:txBody>
      </p:sp>
      <p:grpSp>
        <p:nvGrpSpPr>
          <p:cNvPr id="5884" name="Google Shape;5884;p321"/>
          <p:cNvGrpSpPr/>
          <p:nvPr/>
        </p:nvGrpSpPr>
        <p:grpSpPr>
          <a:xfrm>
            <a:off x="4667490" y="1952584"/>
            <a:ext cx="732749" cy="640301"/>
            <a:chOff x="5049750" y="832600"/>
            <a:chExt cx="505100" cy="483100"/>
          </a:xfrm>
        </p:grpSpPr>
        <p:sp>
          <p:nvSpPr>
            <p:cNvPr id="5885" name="Google Shape;5885;p321"/>
            <p:cNvSpPr/>
            <p:nvPr/>
          </p:nvSpPr>
          <p:spPr>
            <a:xfrm>
              <a:off x="5049750" y="832600"/>
              <a:ext cx="505100" cy="483100"/>
            </a:xfrm>
            <a:custGeom>
              <a:avLst/>
              <a:gdLst/>
              <a:ahLst/>
              <a:cxnLst/>
              <a:rect l="l" t="t" r="r" b="b"/>
              <a:pathLst>
                <a:path w="20204" h="19324" extrusionOk="0">
                  <a:moveTo>
                    <a:pt x="12136" y="1129"/>
                  </a:moveTo>
                  <a:cubicBezTo>
                    <a:pt x="13730" y="1129"/>
                    <a:pt x="15325" y="1737"/>
                    <a:pt x="16538" y="2952"/>
                  </a:cubicBezTo>
                  <a:cubicBezTo>
                    <a:pt x="18969" y="5383"/>
                    <a:pt x="18969" y="9323"/>
                    <a:pt x="16538" y="11757"/>
                  </a:cubicBezTo>
                  <a:cubicBezTo>
                    <a:pt x="15341" y="12950"/>
                    <a:pt x="13747" y="13579"/>
                    <a:pt x="12129" y="13579"/>
                  </a:cubicBezTo>
                  <a:cubicBezTo>
                    <a:pt x="11233" y="13579"/>
                    <a:pt x="10329" y="13386"/>
                    <a:pt x="9482" y="12989"/>
                  </a:cubicBezTo>
                  <a:cubicBezTo>
                    <a:pt x="9461" y="12980"/>
                    <a:pt x="9440" y="12968"/>
                    <a:pt x="9419" y="12959"/>
                  </a:cubicBezTo>
                  <a:cubicBezTo>
                    <a:pt x="8794" y="12657"/>
                    <a:pt x="8223" y="12249"/>
                    <a:pt x="7734" y="11757"/>
                  </a:cubicBezTo>
                  <a:cubicBezTo>
                    <a:pt x="5306" y="9329"/>
                    <a:pt x="5306" y="5380"/>
                    <a:pt x="7734" y="2952"/>
                  </a:cubicBezTo>
                  <a:cubicBezTo>
                    <a:pt x="8948" y="1737"/>
                    <a:pt x="10542" y="1129"/>
                    <a:pt x="12136" y="1129"/>
                  </a:cubicBezTo>
                  <a:close/>
                  <a:moveTo>
                    <a:pt x="5871" y="11216"/>
                  </a:moveTo>
                  <a:cubicBezTo>
                    <a:pt x="6475" y="12195"/>
                    <a:pt x="7296" y="13016"/>
                    <a:pt x="8271" y="13620"/>
                  </a:cubicBezTo>
                  <a:lnTo>
                    <a:pt x="7734" y="14160"/>
                  </a:lnTo>
                  <a:cubicBezTo>
                    <a:pt x="7622" y="14271"/>
                    <a:pt x="7477" y="14326"/>
                    <a:pt x="7332" y="14326"/>
                  </a:cubicBezTo>
                  <a:cubicBezTo>
                    <a:pt x="7188" y="14326"/>
                    <a:pt x="7044" y="14271"/>
                    <a:pt x="6934" y="14160"/>
                  </a:cubicBezTo>
                  <a:lnTo>
                    <a:pt x="5330" y="12557"/>
                  </a:lnTo>
                  <a:cubicBezTo>
                    <a:pt x="5110" y="12337"/>
                    <a:pt x="5110" y="11977"/>
                    <a:pt x="5330" y="11757"/>
                  </a:cubicBezTo>
                  <a:lnTo>
                    <a:pt x="5871" y="11216"/>
                  </a:lnTo>
                  <a:close/>
                  <a:moveTo>
                    <a:pt x="4932" y="13762"/>
                  </a:moveTo>
                  <a:lnTo>
                    <a:pt x="5732" y="14562"/>
                  </a:lnTo>
                  <a:lnTo>
                    <a:pt x="4932" y="15362"/>
                  </a:lnTo>
                  <a:lnTo>
                    <a:pt x="4131" y="14562"/>
                  </a:lnTo>
                  <a:lnTo>
                    <a:pt x="4932" y="13762"/>
                  </a:lnTo>
                  <a:close/>
                  <a:moveTo>
                    <a:pt x="3328" y="15362"/>
                  </a:moveTo>
                  <a:lnTo>
                    <a:pt x="4128" y="16162"/>
                  </a:lnTo>
                  <a:lnTo>
                    <a:pt x="2268" y="18025"/>
                  </a:lnTo>
                  <a:cubicBezTo>
                    <a:pt x="2157" y="18135"/>
                    <a:pt x="2013" y="18190"/>
                    <a:pt x="1868" y="18190"/>
                  </a:cubicBezTo>
                  <a:cubicBezTo>
                    <a:pt x="1723" y="18190"/>
                    <a:pt x="1577" y="18134"/>
                    <a:pt x="1465" y="18022"/>
                  </a:cubicBezTo>
                  <a:cubicBezTo>
                    <a:pt x="1245" y="17802"/>
                    <a:pt x="1245" y="17443"/>
                    <a:pt x="1465" y="17222"/>
                  </a:cubicBezTo>
                  <a:lnTo>
                    <a:pt x="3328" y="15362"/>
                  </a:lnTo>
                  <a:close/>
                  <a:moveTo>
                    <a:pt x="12135" y="1"/>
                  </a:moveTo>
                  <a:cubicBezTo>
                    <a:pt x="10250" y="1"/>
                    <a:pt x="8365" y="718"/>
                    <a:pt x="6931" y="2152"/>
                  </a:cubicBezTo>
                  <a:cubicBezTo>
                    <a:pt x="4769" y="4311"/>
                    <a:pt x="4237" y="7493"/>
                    <a:pt x="5330" y="10157"/>
                  </a:cubicBezTo>
                  <a:lnTo>
                    <a:pt x="4527" y="10957"/>
                  </a:lnTo>
                  <a:cubicBezTo>
                    <a:pt x="4020" y="11467"/>
                    <a:pt x="3887" y="12240"/>
                    <a:pt x="4198" y="12892"/>
                  </a:cubicBezTo>
                  <a:lnTo>
                    <a:pt x="665" y="16422"/>
                  </a:lnTo>
                  <a:cubicBezTo>
                    <a:pt x="1" y="17086"/>
                    <a:pt x="1" y="18161"/>
                    <a:pt x="665" y="18825"/>
                  </a:cubicBezTo>
                  <a:cubicBezTo>
                    <a:pt x="996" y="19158"/>
                    <a:pt x="1431" y="19324"/>
                    <a:pt x="1865" y="19324"/>
                  </a:cubicBezTo>
                  <a:cubicBezTo>
                    <a:pt x="2300" y="19324"/>
                    <a:pt x="2735" y="19158"/>
                    <a:pt x="3066" y="18825"/>
                  </a:cubicBezTo>
                  <a:lnTo>
                    <a:pt x="6598" y="15293"/>
                  </a:lnTo>
                  <a:cubicBezTo>
                    <a:pt x="6831" y="15403"/>
                    <a:pt x="7081" y="15457"/>
                    <a:pt x="7328" y="15457"/>
                  </a:cubicBezTo>
                  <a:cubicBezTo>
                    <a:pt x="7770" y="15457"/>
                    <a:pt x="8206" y="15286"/>
                    <a:pt x="8531" y="14961"/>
                  </a:cubicBezTo>
                  <a:lnTo>
                    <a:pt x="9331" y="14163"/>
                  </a:lnTo>
                  <a:cubicBezTo>
                    <a:pt x="10241" y="14538"/>
                    <a:pt x="11190" y="14717"/>
                    <a:pt x="12127" y="14717"/>
                  </a:cubicBezTo>
                  <a:cubicBezTo>
                    <a:pt x="14530" y="14717"/>
                    <a:pt x="16858" y="13537"/>
                    <a:pt x="18256" y="11437"/>
                  </a:cubicBezTo>
                  <a:cubicBezTo>
                    <a:pt x="20204" y="8520"/>
                    <a:pt x="19821" y="4631"/>
                    <a:pt x="17342" y="2152"/>
                  </a:cubicBezTo>
                  <a:cubicBezTo>
                    <a:pt x="15906" y="718"/>
                    <a:pt x="14020" y="1"/>
                    <a:pt x="1213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5886" name="Google Shape;5886;p321"/>
            <p:cNvSpPr/>
            <p:nvPr/>
          </p:nvSpPr>
          <p:spPr>
            <a:xfrm>
              <a:off x="5216725" y="889175"/>
              <a:ext cx="276000" cy="254400"/>
            </a:xfrm>
            <a:custGeom>
              <a:avLst/>
              <a:gdLst/>
              <a:ahLst/>
              <a:cxnLst/>
              <a:rect l="l" t="t" r="r" b="b"/>
              <a:pathLst>
                <a:path w="11040" h="10176" extrusionOk="0">
                  <a:moveTo>
                    <a:pt x="5456" y="1133"/>
                  </a:moveTo>
                  <a:cubicBezTo>
                    <a:pt x="6487" y="1133"/>
                    <a:pt x="7500" y="1535"/>
                    <a:pt x="8259" y="2293"/>
                  </a:cubicBezTo>
                  <a:cubicBezTo>
                    <a:pt x="9802" y="3839"/>
                    <a:pt x="9802" y="6348"/>
                    <a:pt x="8259" y="7897"/>
                  </a:cubicBezTo>
                  <a:cubicBezTo>
                    <a:pt x="7501" y="8653"/>
                    <a:pt x="6489" y="9055"/>
                    <a:pt x="5460" y="9055"/>
                  </a:cubicBezTo>
                  <a:cubicBezTo>
                    <a:pt x="4948" y="9055"/>
                    <a:pt x="4433" y="8956"/>
                    <a:pt x="3941" y="8751"/>
                  </a:cubicBezTo>
                  <a:cubicBezTo>
                    <a:pt x="2462" y="8138"/>
                    <a:pt x="1499" y="6695"/>
                    <a:pt x="1499" y="5095"/>
                  </a:cubicBezTo>
                  <a:cubicBezTo>
                    <a:pt x="1499" y="3491"/>
                    <a:pt x="2462" y="2048"/>
                    <a:pt x="3941" y="1435"/>
                  </a:cubicBezTo>
                  <a:cubicBezTo>
                    <a:pt x="4431" y="1232"/>
                    <a:pt x="4946" y="1133"/>
                    <a:pt x="5456" y="1133"/>
                  </a:cubicBezTo>
                  <a:close/>
                  <a:moveTo>
                    <a:pt x="5468" y="1"/>
                  </a:moveTo>
                  <a:cubicBezTo>
                    <a:pt x="5465" y="1"/>
                    <a:pt x="5461" y="1"/>
                    <a:pt x="5457" y="1"/>
                  </a:cubicBezTo>
                  <a:cubicBezTo>
                    <a:pt x="3029" y="4"/>
                    <a:pt x="943" y="1719"/>
                    <a:pt x="472" y="4098"/>
                  </a:cubicBezTo>
                  <a:cubicBezTo>
                    <a:pt x="1" y="6481"/>
                    <a:pt x="1275" y="8860"/>
                    <a:pt x="3519" y="9787"/>
                  </a:cubicBezTo>
                  <a:cubicBezTo>
                    <a:pt x="4151" y="10049"/>
                    <a:pt x="4811" y="10175"/>
                    <a:pt x="5463" y="10175"/>
                  </a:cubicBezTo>
                  <a:cubicBezTo>
                    <a:pt x="7120" y="10175"/>
                    <a:pt x="8725" y="9362"/>
                    <a:pt x="9693" y="7912"/>
                  </a:cubicBezTo>
                  <a:cubicBezTo>
                    <a:pt x="11040" y="5895"/>
                    <a:pt x="10774" y="3207"/>
                    <a:pt x="9059" y="1492"/>
                  </a:cubicBezTo>
                  <a:cubicBezTo>
                    <a:pt x="8108" y="535"/>
                    <a:pt x="6814" y="1"/>
                    <a:pt x="546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5887" name="Google Shape;5887;p321"/>
          <p:cNvSpPr/>
          <p:nvPr/>
        </p:nvSpPr>
        <p:spPr>
          <a:xfrm>
            <a:off x="8057775" y="4760350"/>
            <a:ext cx="243900" cy="232200"/>
          </a:xfrm>
          <a:prstGeom prst="rect">
            <a:avLst/>
          </a:pr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40" name="Audio 39">
            <a:extLst>
              <a:ext uri="{FF2B5EF4-FFF2-40B4-BE49-F238E27FC236}">
                <a16:creationId xmlns:a16="http://schemas.microsoft.com/office/drawing/2014/main" id="{6E27027E-EDAA-91AC-9254-B616A93AF1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9075" y="456525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spd="med" advTm="14315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2" name="Google Shape;5892;p322"/>
          <p:cNvSpPr txBox="1">
            <a:spLocks noGrp="1"/>
          </p:cNvSpPr>
          <p:nvPr>
            <p:ph type="title"/>
          </p:nvPr>
        </p:nvSpPr>
        <p:spPr>
          <a:xfrm>
            <a:off x="288500" y="1610500"/>
            <a:ext cx="3594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Repeat Hierarchical Clustering</a:t>
            </a:r>
            <a:endParaRPr/>
          </a:p>
        </p:txBody>
      </p:sp>
      <p:sp>
        <p:nvSpPr>
          <p:cNvPr id="5893" name="Google Shape;5893;p322"/>
          <p:cNvSpPr txBox="1">
            <a:spLocks noGrp="1"/>
          </p:cNvSpPr>
          <p:nvPr>
            <p:ph type="body" idx="1"/>
          </p:nvPr>
        </p:nvSpPr>
        <p:spPr>
          <a:xfrm>
            <a:off x="-16300" y="2501050"/>
            <a:ext cx="4389300" cy="219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Variables used: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Total Food/Beverage Spending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Total Food/Beverage Transactions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Total Retail Spending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Total Retail Transactions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Number of clusters = 2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Any key differences within this group?</a:t>
            </a:r>
            <a:endParaRPr dirty="0"/>
          </a:p>
        </p:txBody>
      </p:sp>
      <p:pic>
        <p:nvPicPr>
          <p:cNvPr id="5894" name="Google Shape;5894;p3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2800" y="1610500"/>
            <a:ext cx="5009176" cy="309137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895" name="Google Shape;5895;p322"/>
          <p:cNvSpPr/>
          <p:nvPr/>
        </p:nvSpPr>
        <p:spPr>
          <a:xfrm>
            <a:off x="7918450" y="4783575"/>
            <a:ext cx="243900" cy="232200"/>
          </a:xfrm>
          <a:prstGeom prst="rect">
            <a:avLst/>
          </a:pr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0" name="Audio 29">
            <a:extLst>
              <a:ext uri="{FF2B5EF4-FFF2-40B4-BE49-F238E27FC236}">
                <a16:creationId xmlns:a16="http://schemas.microsoft.com/office/drawing/2014/main" id="{3D0A42EA-9C86-83ED-1A07-CB19013A12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3624" y="126252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spd="med" advTm="83679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0" name="Google Shape;5900;p323"/>
          <p:cNvSpPr txBox="1">
            <a:spLocks noGrp="1"/>
          </p:cNvSpPr>
          <p:nvPr>
            <p:ph type="title"/>
          </p:nvPr>
        </p:nvSpPr>
        <p:spPr>
          <a:xfrm>
            <a:off x="2429300" y="137650"/>
            <a:ext cx="5944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Visualization of Clustering Process with Cutoff at k = 2 Clusters</a:t>
            </a:r>
            <a:endParaRPr sz="2400"/>
          </a:p>
        </p:txBody>
      </p:sp>
      <p:pic>
        <p:nvPicPr>
          <p:cNvPr id="5901" name="Google Shape;5901;p3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5525" y="855350"/>
            <a:ext cx="6231750" cy="384588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902" name="Google Shape;5902;p323"/>
          <p:cNvSpPr/>
          <p:nvPr/>
        </p:nvSpPr>
        <p:spPr>
          <a:xfrm>
            <a:off x="8057775" y="4760350"/>
            <a:ext cx="243900" cy="232200"/>
          </a:xfrm>
          <a:prstGeom prst="rect">
            <a:avLst/>
          </a:pr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9" name="Audio 8">
            <a:extLst>
              <a:ext uri="{FF2B5EF4-FFF2-40B4-BE49-F238E27FC236}">
                <a16:creationId xmlns:a16="http://schemas.microsoft.com/office/drawing/2014/main" id="{EB1DB8F1-4893-EE77-77FB-470B0A2397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4100" y="448950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spd="med" advTm="20492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7" name="Google Shape;5907;p324"/>
          <p:cNvSpPr txBox="1">
            <a:spLocks noGrp="1"/>
          </p:cNvSpPr>
          <p:nvPr>
            <p:ph type="title"/>
          </p:nvPr>
        </p:nvSpPr>
        <p:spPr>
          <a:xfrm>
            <a:off x="152400" y="2379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Cluster Information</a:t>
            </a:r>
            <a:endParaRPr/>
          </a:p>
        </p:txBody>
      </p:sp>
      <p:pic>
        <p:nvPicPr>
          <p:cNvPr id="5908" name="Google Shape;5908;p3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006225"/>
            <a:ext cx="7332550" cy="1220425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909" name="Google Shape;5909;p324"/>
          <p:cNvSpPr/>
          <p:nvPr/>
        </p:nvSpPr>
        <p:spPr>
          <a:xfrm>
            <a:off x="6989600" y="4748750"/>
            <a:ext cx="243900" cy="232200"/>
          </a:xfrm>
          <a:prstGeom prst="rect">
            <a:avLst/>
          </a:pr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5910" name="Google Shape;5910;p3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2100" y="2379050"/>
            <a:ext cx="3592846" cy="2217299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911" name="Google Shape;5911;p3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2379050"/>
            <a:ext cx="3592851" cy="2217301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8" name="Audio 27">
            <a:extLst>
              <a:ext uri="{FF2B5EF4-FFF2-40B4-BE49-F238E27FC236}">
                <a16:creationId xmlns:a16="http://schemas.microsoft.com/office/drawing/2014/main" id="{883CDAEE-E7E0-FA06-5814-71CFA2B167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34682" y="117225"/>
            <a:ext cx="812800" cy="812800"/>
          </a:xfrm>
          <a:prstGeom prst="rect">
            <a:avLst/>
          </a:prstGeom>
        </p:spPr>
      </p:pic>
    </p:spTree>
  </p:cSld>
  <p:clrMapOvr>
    <a:masterClrMapping/>
  </p:clrMapOvr>
  <p:transition spd="med" advTm="66847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16" name="Google Shape;5916;p325"/>
          <p:cNvGrpSpPr/>
          <p:nvPr/>
        </p:nvGrpSpPr>
        <p:grpSpPr>
          <a:xfrm>
            <a:off x="964439" y="3835826"/>
            <a:ext cx="7215108" cy="851608"/>
            <a:chOff x="1593000" y="2322568"/>
            <a:chExt cx="5957975" cy="643500"/>
          </a:xfrm>
        </p:grpSpPr>
        <p:sp>
          <p:nvSpPr>
            <p:cNvPr id="5917" name="Google Shape;5917;p32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18" name="Google Shape;5918;p32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19" name="Google Shape;5919;p32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20" name="Google Shape;5920;p32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Both: Above Average Retail</a:t>
              </a:r>
              <a:endParaRPr sz="1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21" name="Google Shape;5921;p32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22" name="Google Shape;5922;p32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04</a:t>
              </a:r>
              <a:endParaRPr sz="26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23" name="Google Shape;5923;p325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ibre Franklin"/>
                <a:buChar char="●"/>
              </a:pPr>
              <a:r>
                <a:rPr lang="en" sz="12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3,842 of 10,000 total fans</a:t>
              </a:r>
              <a:endParaRPr sz="12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ibre Franklin"/>
                <a:buChar char="●"/>
              </a:pPr>
              <a:r>
                <a:rPr lang="en" sz="12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Above average retail spending, below average food &amp; beverage spending</a:t>
              </a:r>
              <a:endParaRPr sz="12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5924" name="Google Shape;5924;p325"/>
          <p:cNvGrpSpPr/>
          <p:nvPr/>
        </p:nvGrpSpPr>
        <p:grpSpPr>
          <a:xfrm>
            <a:off x="964439" y="2969150"/>
            <a:ext cx="7215108" cy="851608"/>
            <a:chOff x="1593000" y="2322568"/>
            <a:chExt cx="5957975" cy="643500"/>
          </a:xfrm>
        </p:grpSpPr>
        <p:sp>
          <p:nvSpPr>
            <p:cNvPr id="5925" name="Google Shape;5925;p32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26" name="Google Shape;5926;p32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27" name="Google Shape;5927;p32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28" name="Google Shape;5928;p32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Both: Below Average Retail</a:t>
              </a:r>
              <a:endParaRPr sz="1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29" name="Google Shape;5929;p32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30" name="Google Shape;5930;p32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03</a:t>
              </a:r>
              <a:endParaRPr sz="26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31" name="Google Shape;5931;p325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ibre Franklin"/>
                <a:buChar char="●"/>
              </a:pPr>
              <a:r>
                <a:rPr lang="en" sz="12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3,658 of 10,000 total fans</a:t>
              </a:r>
              <a:endParaRPr sz="12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ibre Franklin"/>
                <a:buChar char="●"/>
              </a:pPr>
              <a:r>
                <a:rPr lang="en" sz="12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Above average food &amp; beverage spending, below average retail spending</a:t>
              </a:r>
              <a:endParaRPr sz="12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5932" name="Google Shape;5932;p325"/>
          <p:cNvGrpSpPr/>
          <p:nvPr/>
        </p:nvGrpSpPr>
        <p:grpSpPr>
          <a:xfrm>
            <a:off x="964439" y="2102438"/>
            <a:ext cx="7215108" cy="851608"/>
            <a:chOff x="1593000" y="2322568"/>
            <a:chExt cx="5957975" cy="643500"/>
          </a:xfrm>
        </p:grpSpPr>
        <p:sp>
          <p:nvSpPr>
            <p:cNvPr id="5933" name="Google Shape;5933;p32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34" name="Google Shape;5934;p32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35" name="Google Shape;5935;p32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36" name="Google Shape;5936;p32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Retail ONLY</a:t>
              </a:r>
              <a:endParaRPr sz="1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37" name="Google Shape;5937;p32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38" name="Google Shape;5938;p32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02</a:t>
              </a:r>
              <a:endParaRPr sz="26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39" name="Google Shape;5939;p325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ibre Franklin"/>
                <a:buChar char="●"/>
              </a:pPr>
              <a:r>
                <a:rPr lang="en" sz="12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1,250 of 10,000 total fans</a:t>
              </a:r>
              <a:endParaRPr sz="12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ibre Franklin"/>
                <a:buChar char="●"/>
              </a:pPr>
              <a:r>
                <a:rPr lang="en" sz="12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Bought retail items exclusively</a:t>
              </a:r>
              <a:endParaRPr sz="12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5940" name="Google Shape;5940;p325"/>
          <p:cNvGrpSpPr/>
          <p:nvPr/>
        </p:nvGrpSpPr>
        <p:grpSpPr>
          <a:xfrm>
            <a:off x="964439" y="1235773"/>
            <a:ext cx="7215108" cy="851608"/>
            <a:chOff x="1593000" y="2322568"/>
            <a:chExt cx="5957975" cy="643500"/>
          </a:xfrm>
        </p:grpSpPr>
        <p:sp>
          <p:nvSpPr>
            <p:cNvPr id="5941" name="Google Shape;5941;p325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42" name="Google Shape;5942;p325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43" name="Google Shape;5943;p325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44" name="Google Shape;5944;p325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Food &amp; Beverage ONLY</a:t>
              </a:r>
              <a:endParaRPr sz="1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45" name="Google Shape;5945;p325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46" name="Google Shape;5946;p325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01</a:t>
              </a:r>
              <a:endParaRPr sz="26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47" name="Google Shape;5947;p325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ibre Franklin"/>
                <a:buChar char="●"/>
              </a:pPr>
              <a:r>
                <a:rPr lang="en" sz="12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1,250 of 10,000 total fans</a:t>
              </a:r>
              <a:endParaRPr sz="12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ibre Franklin"/>
                <a:buChar char="●"/>
              </a:pPr>
              <a:r>
                <a:rPr lang="en" sz="1200" b="1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Bought food and beverages exclusively</a:t>
              </a:r>
              <a:endParaRPr sz="8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5948" name="Google Shape;5948;p325"/>
          <p:cNvSpPr/>
          <p:nvPr/>
        </p:nvSpPr>
        <p:spPr>
          <a:xfrm>
            <a:off x="7935650" y="4760350"/>
            <a:ext cx="243900" cy="232200"/>
          </a:xfrm>
          <a:prstGeom prst="rect">
            <a:avLst/>
          </a:prstGeom>
          <a:solidFill>
            <a:srgbClr val="1B1B2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" name="Audio Recording Oct 27, 2024 at 4:25:17 PM">
            <a:hlinkClick r:id="" action="ppaction://media"/>
            <a:extLst>
              <a:ext uri="{FF2B5EF4-FFF2-40B4-BE49-F238E27FC236}">
                <a16:creationId xmlns:a16="http://schemas.microsoft.com/office/drawing/2014/main" id="{60F0FFBE-3500-2DC6-1368-D1BD35B21D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69434" y="166429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42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3">
          <a:extLst>
            <a:ext uri="{FF2B5EF4-FFF2-40B4-BE49-F238E27FC236}">
              <a16:creationId xmlns:a16="http://schemas.microsoft.com/office/drawing/2014/main" id="{4ADBBC37-0564-0F16-18AC-B29BCDFB5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3" name="Google Shape;5793;p311">
            <a:extLst>
              <a:ext uri="{FF2B5EF4-FFF2-40B4-BE49-F238E27FC236}">
                <a16:creationId xmlns:a16="http://schemas.microsoft.com/office/drawing/2014/main" id="{70A2708D-ECF4-8180-8E97-17D5248E8D96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Bibliography</a:t>
            </a:r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2E5DA5-D179-94C7-2C7B-010E92C7546C}"/>
              </a:ext>
            </a:extLst>
          </p:cNvPr>
          <p:cNvSpPr txBox="1"/>
          <p:nvPr/>
        </p:nvSpPr>
        <p:spPr>
          <a:xfrm>
            <a:off x="475488" y="1448365"/>
            <a:ext cx="56205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accent6"/>
                </a:solidFill>
                <a:latin typeface="Libre Franklin" pitchFamily="2" charset="0"/>
              </a:rPr>
              <a:t>ggdendrogram</a:t>
            </a:r>
            <a:r>
              <a:rPr lang="en-US" i="1" dirty="0">
                <a:solidFill>
                  <a:schemeClr val="accent6"/>
                </a:solidFill>
                <a:latin typeface="Libre Franklin" pitchFamily="2" charset="0"/>
              </a:rPr>
              <a:t>: Creates dendrogram plot using </a:t>
            </a:r>
            <a:r>
              <a:rPr lang="en-US" i="1" dirty="0" err="1">
                <a:solidFill>
                  <a:schemeClr val="accent6"/>
                </a:solidFill>
                <a:latin typeface="Libre Franklin" pitchFamily="2" charset="0"/>
              </a:rPr>
              <a:t>ggplot</a:t>
            </a:r>
            <a:r>
              <a:rPr lang="en-US" dirty="0">
                <a:solidFill>
                  <a:schemeClr val="accent6"/>
                </a:solidFill>
                <a:latin typeface="Libre Franklin" pitchFamily="2" charset="0"/>
              </a:rPr>
              <a:t>,    	</a:t>
            </a:r>
            <a:r>
              <a:rPr lang="en-US" dirty="0" err="1">
                <a:solidFill>
                  <a:schemeClr val="accent6"/>
                </a:solidFill>
                <a:latin typeface="Libre Franklin" pitchFamily="2" charset="0"/>
              </a:rPr>
              <a:t>Rdocumentation</a:t>
            </a:r>
            <a:r>
              <a:rPr lang="en-US" dirty="0">
                <a:solidFill>
                  <a:schemeClr val="accent6"/>
                </a:solidFill>
                <a:latin typeface="Libre Franklin" pitchFamily="2" charset="0"/>
              </a:rPr>
              <a:t>, </a:t>
            </a:r>
            <a:r>
              <a:rPr lang="en-US" dirty="0" err="1">
                <a:solidFill>
                  <a:schemeClr val="accent6"/>
                </a:solidFill>
                <a:latin typeface="Libre Franklin" pitchFamily="2" charset="0"/>
              </a:rPr>
              <a:t>ggdendro</a:t>
            </a:r>
            <a:r>
              <a:rPr lang="en-US" dirty="0">
                <a:solidFill>
                  <a:schemeClr val="accent6"/>
                </a:solidFill>
                <a:latin typeface="Libre Franklin" pitchFamily="2" charset="0"/>
              </a:rPr>
              <a:t> (version 0.2.0)</a:t>
            </a:r>
            <a:endParaRPr lang="en-US" i="1" dirty="0">
              <a:solidFill>
                <a:schemeClr val="accent6"/>
              </a:solidFill>
              <a:latin typeface="Libre Franklin" pitchFamily="2" charset="0"/>
            </a:endParaRPr>
          </a:p>
          <a:p>
            <a:endParaRPr lang="en-US" i="1" dirty="0">
              <a:solidFill>
                <a:schemeClr val="accent6"/>
              </a:solidFill>
              <a:latin typeface="Libre Franklin" pitchFamily="2" charset="0"/>
            </a:endParaRPr>
          </a:p>
          <a:p>
            <a:r>
              <a:rPr lang="en-US" i="1" dirty="0">
                <a:solidFill>
                  <a:schemeClr val="accent6"/>
                </a:solidFill>
                <a:latin typeface="Libre Franklin" pitchFamily="2" charset="0"/>
              </a:rPr>
              <a:t>silhouette: Computer or Extract Silhouette Information from 	Clustering</a:t>
            </a:r>
            <a:r>
              <a:rPr lang="en-US" dirty="0">
                <a:solidFill>
                  <a:schemeClr val="accent6"/>
                </a:solidFill>
                <a:latin typeface="Libre Franklin" pitchFamily="2" charset="0"/>
              </a:rPr>
              <a:t>, </a:t>
            </a:r>
            <a:r>
              <a:rPr lang="en-US" dirty="0" err="1">
                <a:solidFill>
                  <a:schemeClr val="accent6"/>
                </a:solidFill>
                <a:latin typeface="Libre Franklin" pitchFamily="2" charset="0"/>
              </a:rPr>
              <a:t>Rdocumentation</a:t>
            </a:r>
            <a:r>
              <a:rPr lang="en-US" dirty="0">
                <a:solidFill>
                  <a:schemeClr val="accent6"/>
                </a:solidFill>
                <a:latin typeface="Libre Franklin" pitchFamily="2" charset="0"/>
              </a:rPr>
              <a:t>, cluster (version 2.1.6)</a:t>
            </a:r>
          </a:p>
          <a:p>
            <a:endParaRPr lang="en-US" i="1" dirty="0">
              <a:solidFill>
                <a:schemeClr val="accent6"/>
              </a:solidFill>
              <a:latin typeface="Libre Franklin" pitchFamily="2" charset="0"/>
            </a:endParaRPr>
          </a:p>
          <a:p>
            <a:r>
              <a:rPr lang="en-US" dirty="0">
                <a:solidFill>
                  <a:schemeClr val="accent6"/>
                </a:solidFill>
                <a:latin typeface="Libre Franklin" pitchFamily="2" charset="0"/>
              </a:rPr>
              <a:t>Rapp, Andrew. </a:t>
            </a:r>
            <a:r>
              <a:rPr lang="en-US" i="1" dirty="0">
                <a:solidFill>
                  <a:schemeClr val="accent6"/>
                </a:solidFill>
                <a:latin typeface="Libre Franklin" pitchFamily="2" charset="0"/>
              </a:rPr>
              <a:t>Creating beautiful tables in R with {</a:t>
            </a:r>
            <a:r>
              <a:rPr lang="en-US" i="1" dirty="0" err="1">
                <a:solidFill>
                  <a:schemeClr val="accent6"/>
                </a:solidFill>
                <a:latin typeface="Libre Franklin" pitchFamily="2" charset="0"/>
              </a:rPr>
              <a:t>gt</a:t>
            </a:r>
            <a:r>
              <a:rPr lang="en-US" i="1" dirty="0">
                <a:solidFill>
                  <a:schemeClr val="accent6"/>
                </a:solidFill>
                <a:latin typeface="Libre Franklin" pitchFamily="2" charset="0"/>
              </a:rPr>
              <a:t>}. </a:t>
            </a:r>
            <a:r>
              <a:rPr lang="en-US" dirty="0">
                <a:solidFill>
                  <a:schemeClr val="accent6"/>
                </a:solidFill>
                <a:latin typeface="Libre Franklin" pitchFamily="2" charset="0"/>
              </a:rPr>
              <a:t>27 	November 2022.</a:t>
            </a:r>
          </a:p>
          <a:p>
            <a:endParaRPr lang="en-US" dirty="0">
              <a:solidFill>
                <a:schemeClr val="accent6"/>
              </a:solidFill>
              <a:latin typeface="Libre Franklin" pitchFamily="2" charset="0"/>
            </a:endParaRPr>
          </a:p>
          <a:p>
            <a:endParaRPr lang="en-US" dirty="0">
              <a:solidFill>
                <a:schemeClr val="accent6"/>
              </a:solidFill>
              <a:latin typeface="Libre Frankli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00588"/>
      </p:ext>
    </p:extLst>
  </p:cSld>
  <p:clrMapOvr>
    <a:masterClrMapping/>
  </p:clrMapOvr>
  <p:transition spd="med" advTm="27940">
    <p:fade thruBlk="1"/>
  </p:transition>
  <p:extLst>
    <p:ext uri="{E180D4A7-C9FB-4DFB-919C-405C955672EB}">
      <p14:showEvtLst xmlns:p14="http://schemas.microsoft.com/office/powerpoint/2010/main">
        <p14:playEvt time="5" objId="2"/>
        <p14:stopEvt time="25817" objId="2"/>
      </p14:showEvtLst>
    </p:ext>
  </p:extLs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ig Data Analytics Company Profile by Slidesgo">
  <a:themeElements>
    <a:clrScheme name="Simple Light">
      <a:dk1>
        <a:srgbClr val="1B1B23"/>
      </a:dk1>
      <a:lt1>
        <a:srgbClr val="5635D4"/>
      </a:lt1>
      <a:dk2>
        <a:srgbClr val="FF613E"/>
      </a:dk2>
      <a:lt2>
        <a:srgbClr val="FFB33E"/>
      </a:lt2>
      <a:accent1>
        <a:srgbClr val="F9C5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ig Data Analytics Company Profile by Slidesgo">
  <a:themeElements>
    <a:clrScheme name="Simple Light">
      <a:dk1>
        <a:srgbClr val="1B1B23"/>
      </a:dk1>
      <a:lt1>
        <a:srgbClr val="5635D4"/>
      </a:lt1>
      <a:dk2>
        <a:srgbClr val="FF613E"/>
      </a:dk2>
      <a:lt2>
        <a:srgbClr val="FFB33E"/>
      </a:lt2>
      <a:accent1>
        <a:srgbClr val="F9C5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Big Data Analytics Company Profile by Slidesgo">
  <a:themeElements>
    <a:clrScheme name="Simple Light">
      <a:dk1>
        <a:srgbClr val="1B1B23"/>
      </a:dk1>
      <a:lt1>
        <a:srgbClr val="5635D4"/>
      </a:lt1>
      <a:dk2>
        <a:srgbClr val="FF613E"/>
      </a:dk2>
      <a:lt2>
        <a:srgbClr val="FFB33E"/>
      </a:lt2>
      <a:accent1>
        <a:srgbClr val="F9C5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Big Data Analytics Company Profile by Slidesgo">
  <a:themeElements>
    <a:clrScheme name="Simple Light">
      <a:dk1>
        <a:srgbClr val="1B1B23"/>
      </a:dk1>
      <a:lt1>
        <a:srgbClr val="5635D4"/>
      </a:lt1>
      <a:dk2>
        <a:srgbClr val="FF613E"/>
      </a:dk2>
      <a:lt2>
        <a:srgbClr val="FFB33E"/>
      </a:lt2>
      <a:accent1>
        <a:srgbClr val="F9C5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Big Data Analytics Company Profile by Slidesgo">
  <a:themeElements>
    <a:clrScheme name="Simple Light">
      <a:dk1>
        <a:srgbClr val="1B1B23"/>
      </a:dk1>
      <a:lt1>
        <a:srgbClr val="5635D4"/>
      </a:lt1>
      <a:dk2>
        <a:srgbClr val="FF613E"/>
      </a:dk2>
      <a:lt2>
        <a:srgbClr val="FFB33E"/>
      </a:lt2>
      <a:accent1>
        <a:srgbClr val="F9C5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Big Data Analytics Company Profile by Slidesgo">
  <a:themeElements>
    <a:clrScheme name="Simple Light">
      <a:dk1>
        <a:srgbClr val="1B1B23"/>
      </a:dk1>
      <a:lt1>
        <a:srgbClr val="5635D4"/>
      </a:lt1>
      <a:dk2>
        <a:srgbClr val="FF613E"/>
      </a:dk2>
      <a:lt2>
        <a:srgbClr val="FFB33E"/>
      </a:lt2>
      <a:accent1>
        <a:srgbClr val="F9C5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Big Data Analytics Company Profile by Slidesgo">
  <a:themeElements>
    <a:clrScheme name="Simple Light">
      <a:dk1>
        <a:srgbClr val="1B1B23"/>
      </a:dk1>
      <a:lt1>
        <a:srgbClr val="5635D4"/>
      </a:lt1>
      <a:dk2>
        <a:srgbClr val="FF613E"/>
      </a:dk2>
      <a:lt2>
        <a:srgbClr val="FFB33E"/>
      </a:lt2>
      <a:accent1>
        <a:srgbClr val="F9C5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Big Data Analytics Company Profile by Slidesgo">
  <a:themeElements>
    <a:clrScheme name="Simple Light">
      <a:dk1>
        <a:srgbClr val="1B1B23"/>
      </a:dk1>
      <a:lt1>
        <a:srgbClr val="5635D4"/>
      </a:lt1>
      <a:dk2>
        <a:srgbClr val="FF613E"/>
      </a:dk2>
      <a:lt2>
        <a:srgbClr val="FFB33E"/>
      </a:lt2>
      <a:accent1>
        <a:srgbClr val="F9C5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Big Data Analytics Company Profile by Slidesgo">
  <a:themeElements>
    <a:clrScheme name="Simple Light">
      <a:dk1>
        <a:srgbClr val="1B1B23"/>
      </a:dk1>
      <a:lt1>
        <a:srgbClr val="5635D4"/>
      </a:lt1>
      <a:dk2>
        <a:srgbClr val="FF613E"/>
      </a:dk2>
      <a:lt2>
        <a:srgbClr val="FFB33E"/>
      </a:lt2>
      <a:accent1>
        <a:srgbClr val="F9C5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348</Words>
  <Application>Microsoft Office PowerPoint</Application>
  <PresentationFormat>On-screen Show (16:9)</PresentationFormat>
  <Paragraphs>82</Paragraphs>
  <Slides>17</Slides>
  <Notes>17</Notes>
  <HiddenSlides>0</HiddenSlides>
  <MMClips>16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17</vt:i4>
      </vt:variant>
    </vt:vector>
  </HeadingPairs>
  <TitlesOfParts>
    <vt:vector size="33" baseType="lpstr">
      <vt:lpstr>Palanquin</vt:lpstr>
      <vt:lpstr>Roboto Condensed Light</vt:lpstr>
      <vt:lpstr>Arial</vt:lpstr>
      <vt:lpstr>Asap</vt:lpstr>
      <vt:lpstr>Libre Franklin</vt:lpstr>
      <vt:lpstr>Bebas Neue</vt:lpstr>
      <vt:lpstr>Simple Light</vt:lpstr>
      <vt:lpstr>Big Data Analytics Company Profile by Slidesgo</vt:lpstr>
      <vt:lpstr>Big Data Analytics Company Profile by Slidesgo</vt:lpstr>
      <vt:lpstr>Big Data Analytics Company Profile by Slidesgo</vt:lpstr>
      <vt:lpstr>Big Data Analytics Company Profile by Slidesgo</vt:lpstr>
      <vt:lpstr>Big Data Analytics Company Profile by Slidesgo</vt:lpstr>
      <vt:lpstr>Big Data Analytics Company Profile by Slidesgo</vt:lpstr>
      <vt:lpstr>Big Data Analytics Company Profile by Slidesgo</vt:lpstr>
      <vt:lpstr>Big Data Analytics Company Profile by Slidesgo</vt:lpstr>
      <vt:lpstr>Big Data Analytics Company Profile by Slidesgo</vt:lpstr>
      <vt:lpstr>Cleveland Cavaliers Hackathon</vt:lpstr>
      <vt:lpstr>01</vt:lpstr>
      <vt:lpstr>01</vt:lpstr>
      <vt:lpstr>Important Variables</vt:lpstr>
      <vt:lpstr>Other Variables Considered</vt:lpstr>
      <vt:lpstr>02</vt:lpstr>
      <vt:lpstr>Hierarchical Clustering</vt:lpstr>
      <vt:lpstr>Visualization of Clustering Process with Cutoff at k = 3 Clusters</vt:lpstr>
      <vt:lpstr>03</vt:lpstr>
      <vt:lpstr>Scatter Plot Visualization of Cluster Breakdown</vt:lpstr>
      <vt:lpstr>04</vt:lpstr>
      <vt:lpstr>Where Do We Go From Here?</vt:lpstr>
      <vt:lpstr>Repeat Hierarchical Clustering</vt:lpstr>
      <vt:lpstr>Visualization of Clustering Process with Cutoff at k = 2 Clusters</vt:lpstr>
      <vt:lpstr>New Cluster Information</vt:lpstr>
      <vt:lpstr>PowerPoint Presentation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Adam Gehr</cp:lastModifiedBy>
  <cp:revision>3</cp:revision>
  <dcterms:modified xsi:type="dcterms:W3CDTF">2024-10-28T03:58:03Z</dcterms:modified>
</cp:coreProperties>
</file>